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notesMasterIdLst>
    <p:notesMasterId r:id="rId12"/>
  </p:notesMasterIdLst>
  <p:sldIdLst>
    <p:sldId id="2561" r:id="rId5"/>
    <p:sldId id="2563" r:id="rId6"/>
    <p:sldId id="2565" r:id="rId7"/>
    <p:sldId id="2566" r:id="rId8"/>
    <p:sldId id="2567" r:id="rId9"/>
    <p:sldId id="2568" r:id="rId10"/>
    <p:sldId id="25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바이오 리듬 계산 프로그램 개선" id="{522370F9-9F6D-426B-A074-04A36794D186}">
          <p14:sldIdLst>
            <p14:sldId id="2561"/>
          </p14:sldIdLst>
        </p14:section>
        <p14:section name="Improvement Presentation of Biorhythm Calculation Program" id="{E8F7ED94-CFDA-478F-8059-D9DA7F52B966}">
          <p14:sldIdLst>
            <p14:sldId id="2563"/>
            <p14:sldId id="2565"/>
            <p14:sldId id="2566"/>
            <p14:sldId id="2567"/>
            <p14:sldId id="2568"/>
            <p14:sldId id="25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049341-F980-F1E9-9D5E-921A278F5523}" v="17" dt="2025-10-17T01:48:43.163"/>
    <p1510:client id="{8FAA4AD3-2613-46BE-3121-BD0644D8F392}" v="2" dt="2025-10-17T02:36:03.354"/>
    <p1510:client id="{BE57774B-2492-46A7-B149-7C53BE02F5A8}" v="12" dt="2025-10-17T01:46:33.271"/>
    <p1510:client id="{D2A4D16D-6489-1A04-8D10-59CB3D6E4C9B}" v="8" dt="2025-10-17T02:40:07.054"/>
    <p1510:client id="{E4591FEA-0FC5-C740-4C95-CA941E72D07E}" v="880" dt="2025-10-17T02:35:04.110"/>
  </p1510:revLst>
</p1510:revInfo>
</file>

<file path=ppt/tableStyles.xml><?xml version="1.0" encoding="utf-8"?>
<a:tblStyleLst xmlns:a="http://schemas.openxmlformats.org/drawingml/2006/main" def="{7E9639D4-E3E2-4D34-9284-5A2195B3D0D7}">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정창언" userId="S::ckddjs0603@ks.ac.kr::e9aee2d0-a930-4c97-8852-f3b4517cfb92" providerId="AD" clId="Web-{8FAA4AD3-2613-46BE-3121-BD0644D8F392}"/>
    <pc:docChg chg="modSld">
      <pc:chgData name="정창언" userId="S::ckddjs0603@ks.ac.kr::e9aee2d0-a930-4c97-8852-f3b4517cfb92" providerId="AD" clId="Web-{8FAA4AD3-2613-46BE-3121-BD0644D8F392}" dt="2025-10-17T02:36:03.354" v="1" actId="14100"/>
      <pc:docMkLst>
        <pc:docMk/>
      </pc:docMkLst>
      <pc:sldChg chg="modSp">
        <pc:chgData name="정창언" userId="S::ckddjs0603@ks.ac.kr::e9aee2d0-a930-4c97-8852-f3b4517cfb92" providerId="AD" clId="Web-{8FAA4AD3-2613-46BE-3121-BD0644D8F392}" dt="2025-10-17T02:36:03.354" v="1" actId="14100"/>
        <pc:sldMkLst>
          <pc:docMk/>
          <pc:sldMk cId="1328409263" sldId="2563"/>
        </pc:sldMkLst>
        <pc:spChg chg="mod">
          <ac:chgData name="정창언" userId="S::ckddjs0603@ks.ac.kr::e9aee2d0-a930-4c97-8852-f3b4517cfb92" providerId="AD" clId="Web-{8FAA4AD3-2613-46BE-3121-BD0644D8F392}" dt="2025-10-17T02:36:03.354" v="1" actId="14100"/>
          <ac:spMkLst>
            <pc:docMk/>
            <pc:sldMk cId="1328409263" sldId="2563"/>
            <ac:spMk id="4" creationId="{83F2395E-A913-7D9A-CF2C-06F7FBD1F0B9}"/>
          </ac:spMkLst>
        </pc:spChg>
        <pc:picChg chg="mod">
          <ac:chgData name="정창언" userId="S::ckddjs0603@ks.ac.kr::e9aee2d0-a930-4c97-8852-f3b4517cfb92" providerId="AD" clId="Web-{8FAA4AD3-2613-46BE-3121-BD0644D8F392}" dt="2025-10-17T02:36:00.307" v="0" actId="1076"/>
          <ac:picMkLst>
            <pc:docMk/>
            <pc:sldMk cId="1328409263" sldId="2563"/>
            <ac:picMk id="5" creationId="{CD88A28B-B2E8-4DF0-9EC8-6D40CB9DAE6E}"/>
          </ac:picMkLst>
        </pc:picChg>
      </pc:sldChg>
    </pc:docChg>
  </pc:docChgLst>
  <pc:docChgLst>
    <pc:chgData name="정창언" userId="S::ckddjs0603@ks.ac.kr::e9aee2d0-a930-4c97-8852-f3b4517cfb92" providerId="AD" clId="Web-{D2A4D16D-6489-1A04-8D10-59CB3D6E4C9B}"/>
    <pc:docChg chg="modSld">
      <pc:chgData name="정창언" userId="S::ckddjs0603@ks.ac.kr::e9aee2d0-a930-4c97-8852-f3b4517cfb92" providerId="AD" clId="Web-{D2A4D16D-6489-1A04-8D10-59CB3D6E4C9B}" dt="2025-10-17T02:40:07.054" v="4" actId="20577"/>
      <pc:docMkLst>
        <pc:docMk/>
      </pc:docMkLst>
      <pc:sldChg chg="modSp">
        <pc:chgData name="정창언" userId="S::ckddjs0603@ks.ac.kr::e9aee2d0-a930-4c97-8852-f3b4517cfb92" providerId="AD" clId="Web-{D2A4D16D-6489-1A04-8D10-59CB3D6E4C9B}" dt="2025-10-17T02:40:07.054" v="4" actId="20577"/>
        <pc:sldMkLst>
          <pc:docMk/>
          <pc:sldMk cId="1305474687" sldId="2568"/>
        </pc:sldMkLst>
        <pc:spChg chg="mod">
          <ac:chgData name="정창언" userId="S::ckddjs0603@ks.ac.kr::e9aee2d0-a930-4c97-8852-f3b4517cfb92" providerId="AD" clId="Web-{D2A4D16D-6489-1A04-8D10-59CB3D6E4C9B}" dt="2025-10-17T02:40:07.054" v="4" actId="20577"/>
          <ac:spMkLst>
            <pc:docMk/>
            <pc:sldMk cId="1305474687" sldId="2568"/>
            <ac:spMk id="9" creationId="{5286074A-508B-10E5-BE6B-54FA9E914557}"/>
          </ac:spMkLst>
        </pc:spChg>
      </pc:sldChg>
    </pc:docChg>
  </pc:docChgLst>
  <pc:docChgLst>
    <pc:chgData clId="Web-{BE57774B-2492-46A7-B149-7C53BE02F5A8}"/>
    <pc:docChg chg="addSld delSld modSld addSection">
      <pc:chgData name="" userId="" providerId="" clId="Web-{BE57774B-2492-46A7-B149-7C53BE02F5A8}" dt="2025-10-17T01:46:33.271" v="12" actId="34807"/>
      <pc:docMkLst>
        <pc:docMk/>
      </pc:docMkLst>
      <pc:sldChg chg="del">
        <pc:chgData name="" userId="" providerId="" clId="Web-{BE57774B-2492-46A7-B149-7C53BE02F5A8}" dt="2025-10-17T01:46:33.224" v="0" actId="34807"/>
        <pc:sldMkLst>
          <pc:docMk/>
          <pc:sldMk cId="1813409649" sldId="264"/>
        </pc:sldMkLst>
      </pc:sldChg>
      <pc:sldChg chg="modSp add mod addAnim chgLayout">
        <pc:chgData name="" userId="" providerId="" clId="Web-{BE57774B-2492-46A7-B149-7C53BE02F5A8}" dt="2025-10-17T01:46:33.255" v="4" actId="34807"/>
        <pc:sldMkLst>
          <pc:docMk/>
          <pc:sldMk cId="3073239116" sldId="2561"/>
        </pc:sldMkLst>
        <pc:spChg chg="mod">
          <ac:chgData name="" userId="" providerId="" clId="Web-{BE57774B-2492-46A7-B149-7C53BE02F5A8}" dt="2025-10-17T01:46:33.255" v="1" actId="34807"/>
          <ac:spMkLst>
            <pc:docMk/>
            <pc:sldMk cId="3073239116" sldId="2561"/>
            <ac:spMk id="2" creationId="{5CD69431-8C93-3453-5906-E8B6F100358A}"/>
          </ac:spMkLst>
        </pc:spChg>
        <pc:spChg chg="mod">
          <ac:chgData name="" userId="" providerId="" clId="Web-{BE57774B-2492-46A7-B149-7C53BE02F5A8}" dt="2025-10-17T01:46:33.255" v="1" actId="34807"/>
          <ac:spMkLst>
            <pc:docMk/>
            <pc:sldMk cId="3073239116" sldId="2561"/>
            <ac:spMk id="3" creationId="{851C391E-673C-D20C-66B4-5DC9AC6EC821}"/>
          </ac:spMkLst>
        </pc:spChg>
      </pc:sldChg>
      <pc:sldChg chg="modSp add mod modTransition modClrScheme addAnim chgLayout">
        <pc:chgData name="" userId="" providerId="" clId="Web-{BE57774B-2492-46A7-B149-7C53BE02F5A8}" dt="2025-10-17T01:46:33.255" v="5" actId="34807"/>
        <pc:sldMkLst>
          <pc:docMk/>
          <pc:sldMk cId="2952437464" sldId="2562"/>
        </pc:sldMkLst>
        <pc:spChg chg="mod">
          <ac:chgData name="" userId="" providerId="" clId="Web-{BE57774B-2492-46A7-B149-7C53BE02F5A8}" dt="2025-10-17T01:46:33.255" v="1" actId="34807"/>
          <ac:spMkLst>
            <pc:docMk/>
            <pc:sldMk cId="2952437464" sldId="2562"/>
            <ac:spMk id="2" creationId="{85FAB148-B9DF-7428-B1A9-134937CBDDD5}"/>
          </ac:spMkLst>
        </pc:spChg>
      </pc:sldChg>
      <pc:sldChg chg="modSp add mod modTransition modClrScheme addAnim chgLayout">
        <pc:chgData name="" userId="" providerId="" clId="Web-{BE57774B-2492-46A7-B149-7C53BE02F5A8}" dt="2025-10-17T01:46:33.255" v="6" actId="34807"/>
        <pc:sldMkLst>
          <pc:docMk/>
          <pc:sldMk cId="1328409263" sldId="2563"/>
        </pc:sldMkLst>
        <pc:spChg chg="mod">
          <ac:chgData name="" userId="" providerId="" clId="Web-{BE57774B-2492-46A7-B149-7C53BE02F5A8}" dt="2025-10-17T01:46:33.255" v="1" actId="34807"/>
          <ac:spMkLst>
            <pc:docMk/>
            <pc:sldMk cId="1328409263" sldId="2563"/>
            <ac:spMk id="2" creationId="{D970151E-578F-7357-5747-EFE386EC1CF3}"/>
          </ac:spMkLst>
        </pc:spChg>
        <pc:spChg chg="mod">
          <ac:chgData name="" userId="" providerId="" clId="Web-{BE57774B-2492-46A7-B149-7C53BE02F5A8}" dt="2025-10-17T01:46:33.255" v="1" actId="34807"/>
          <ac:spMkLst>
            <pc:docMk/>
            <pc:sldMk cId="1328409263" sldId="2563"/>
            <ac:spMk id="4" creationId="{83F2395E-A913-7D9A-CF2C-06F7FBD1F0B9}"/>
          </ac:spMkLst>
        </pc:spChg>
        <pc:picChg chg="mod">
          <ac:chgData name="" userId="" providerId="" clId="Web-{BE57774B-2492-46A7-B149-7C53BE02F5A8}" dt="2025-10-17T01:46:33.255" v="1" actId="34807"/>
          <ac:picMkLst>
            <pc:docMk/>
            <pc:sldMk cId="1328409263" sldId="2563"/>
            <ac:picMk id="5" creationId="{CD88A28B-B2E8-4DF0-9EC8-6D40CB9DAE6E}"/>
          </ac:picMkLst>
        </pc:picChg>
      </pc:sldChg>
      <pc:sldChg chg="modSp add mod modTransition modClrScheme addAnim chgLayout">
        <pc:chgData name="" userId="" providerId="" clId="Web-{BE57774B-2492-46A7-B149-7C53BE02F5A8}" dt="2025-10-17T01:46:33.255" v="7" actId="34807"/>
        <pc:sldMkLst>
          <pc:docMk/>
          <pc:sldMk cId="73531337" sldId="2564"/>
        </pc:sldMkLst>
        <pc:spChg chg="mod">
          <ac:chgData name="" userId="" providerId="" clId="Web-{BE57774B-2492-46A7-B149-7C53BE02F5A8}" dt="2025-10-17T01:46:33.255" v="1" actId="34807"/>
          <ac:spMkLst>
            <pc:docMk/>
            <pc:sldMk cId="73531337" sldId="2564"/>
            <ac:spMk id="2" creationId="{212B9F1C-A6A7-CDF8-2369-A22743DD63EA}"/>
          </ac:spMkLst>
        </pc:spChg>
        <pc:spChg chg="mod">
          <ac:chgData name="" userId="" providerId="" clId="Web-{BE57774B-2492-46A7-B149-7C53BE02F5A8}" dt="2025-10-17T01:46:33.255" v="1" actId="34807"/>
          <ac:spMkLst>
            <pc:docMk/>
            <pc:sldMk cId="73531337" sldId="2564"/>
            <ac:spMk id="3" creationId="{F9CF3D3E-32BF-D46C-B1DA-A3011FFC4679}"/>
          </ac:spMkLst>
        </pc:spChg>
      </pc:sldChg>
      <pc:sldChg chg="modSp add mod modTransition modClrScheme addAnim chgLayout">
        <pc:chgData name="" userId="" providerId="" clId="Web-{BE57774B-2492-46A7-B149-7C53BE02F5A8}" dt="2025-10-17T01:46:33.255" v="8" actId="34807"/>
        <pc:sldMkLst>
          <pc:docMk/>
          <pc:sldMk cId="975377634" sldId="2565"/>
        </pc:sldMkLst>
        <pc:spChg chg="mod">
          <ac:chgData name="" userId="" providerId="" clId="Web-{BE57774B-2492-46A7-B149-7C53BE02F5A8}" dt="2025-10-17T01:46:33.255" v="1" actId="34807"/>
          <ac:spMkLst>
            <pc:docMk/>
            <pc:sldMk cId="975377634" sldId="2565"/>
            <ac:spMk id="2" creationId="{6E690590-CD49-9756-21F6-3C3F648511CA}"/>
          </ac:spMkLst>
        </pc:spChg>
        <pc:spChg chg="mod">
          <ac:chgData name="" userId="" providerId="" clId="Web-{BE57774B-2492-46A7-B149-7C53BE02F5A8}" dt="2025-10-17T01:46:33.255" v="1" actId="34807"/>
          <ac:spMkLst>
            <pc:docMk/>
            <pc:sldMk cId="975377634" sldId="2565"/>
            <ac:spMk id="4" creationId="{09ECD1B5-D7F1-EE3D-BC84-0321DB1EE370}"/>
          </ac:spMkLst>
        </pc:spChg>
        <pc:picChg chg="mod">
          <ac:chgData name="" userId="" providerId="" clId="Web-{BE57774B-2492-46A7-B149-7C53BE02F5A8}" dt="2025-10-17T01:46:33.255" v="1" actId="34807"/>
          <ac:picMkLst>
            <pc:docMk/>
            <pc:sldMk cId="975377634" sldId="2565"/>
            <ac:picMk id="5" creationId="{2FAE7A8B-7018-4B78-A6E6-56FDCD9CC35E}"/>
          </ac:picMkLst>
        </pc:picChg>
      </pc:sldChg>
      <pc:sldChg chg="modSp add mod modTransition modClrScheme addAnim chgLayout">
        <pc:chgData name="" userId="" providerId="" clId="Web-{BE57774B-2492-46A7-B149-7C53BE02F5A8}" dt="2025-10-17T01:46:33.271" v="9" actId="34807"/>
        <pc:sldMkLst>
          <pc:docMk/>
          <pc:sldMk cId="148473965" sldId="2566"/>
        </pc:sldMkLst>
        <pc:spChg chg="mod">
          <ac:chgData name="" userId="" providerId="" clId="Web-{BE57774B-2492-46A7-B149-7C53BE02F5A8}" dt="2025-10-17T01:46:33.255" v="1" actId="34807"/>
          <ac:spMkLst>
            <pc:docMk/>
            <pc:sldMk cId="148473965" sldId="2566"/>
            <ac:spMk id="2" creationId="{1E823F2C-C34D-8BCD-826C-9AA994119767}"/>
          </ac:spMkLst>
        </pc:spChg>
        <pc:spChg chg="mod">
          <ac:chgData name="" userId="" providerId="" clId="Web-{BE57774B-2492-46A7-B149-7C53BE02F5A8}" dt="2025-10-17T01:46:33.255" v="1" actId="34807"/>
          <ac:spMkLst>
            <pc:docMk/>
            <pc:sldMk cId="148473965" sldId="2566"/>
            <ac:spMk id="4" creationId="{BBEFA34A-24E3-FC7F-938C-E71F8A7ED663}"/>
          </ac:spMkLst>
        </pc:spChg>
        <pc:picChg chg="mod">
          <ac:chgData name="" userId="" providerId="" clId="Web-{BE57774B-2492-46A7-B149-7C53BE02F5A8}" dt="2025-10-17T01:46:33.255" v="1" actId="34807"/>
          <ac:picMkLst>
            <pc:docMk/>
            <pc:sldMk cId="148473965" sldId="2566"/>
            <ac:picMk id="5" creationId="{A3C6AE6D-9A2E-42EA-AF40-357A8F7A8890}"/>
          </ac:picMkLst>
        </pc:picChg>
      </pc:sldChg>
      <pc:sldChg chg="modSp add mod modTransition modClrScheme addAnim chgLayout">
        <pc:chgData name="" userId="" providerId="" clId="Web-{BE57774B-2492-46A7-B149-7C53BE02F5A8}" dt="2025-10-17T01:46:33.271" v="10" actId="34807"/>
        <pc:sldMkLst>
          <pc:docMk/>
          <pc:sldMk cId="2063208591" sldId="2567"/>
        </pc:sldMkLst>
        <pc:spChg chg="mod">
          <ac:chgData name="" userId="" providerId="" clId="Web-{BE57774B-2492-46A7-B149-7C53BE02F5A8}" dt="2025-10-17T01:46:33.255" v="1" actId="34807"/>
          <ac:spMkLst>
            <pc:docMk/>
            <pc:sldMk cId="2063208591" sldId="2567"/>
            <ac:spMk id="2" creationId="{77C3C3CC-83F9-F3C5-0BEC-2B5240AE0B3E}"/>
          </ac:spMkLst>
        </pc:spChg>
        <pc:spChg chg="mod">
          <ac:chgData name="" userId="" providerId="" clId="Web-{BE57774B-2492-46A7-B149-7C53BE02F5A8}" dt="2025-10-17T01:46:33.255" v="1" actId="34807"/>
          <ac:spMkLst>
            <pc:docMk/>
            <pc:sldMk cId="2063208591" sldId="2567"/>
            <ac:spMk id="4" creationId="{C9579773-25FB-70F5-0ACF-524F72D6B665}"/>
          </ac:spMkLst>
        </pc:spChg>
        <pc:picChg chg="mod">
          <ac:chgData name="" userId="" providerId="" clId="Web-{BE57774B-2492-46A7-B149-7C53BE02F5A8}" dt="2025-10-17T01:46:33.255" v="1" actId="34807"/>
          <ac:picMkLst>
            <pc:docMk/>
            <pc:sldMk cId="2063208591" sldId="2567"/>
            <ac:picMk id="5" creationId="{BF8C7406-DFE8-43B3-A8A3-5369129DF28B}"/>
          </ac:picMkLst>
        </pc:picChg>
      </pc:sldChg>
      <pc:sldChg chg="modSp add mod modTransition modClrScheme addAnim chgLayout">
        <pc:chgData name="" userId="" providerId="" clId="Web-{BE57774B-2492-46A7-B149-7C53BE02F5A8}" dt="2025-10-17T01:46:33.271" v="11" actId="34807"/>
        <pc:sldMkLst>
          <pc:docMk/>
          <pc:sldMk cId="1305474687" sldId="2568"/>
        </pc:sldMkLst>
        <pc:spChg chg="mod">
          <ac:chgData name="" userId="" providerId="" clId="Web-{BE57774B-2492-46A7-B149-7C53BE02F5A8}" dt="2025-10-17T01:46:33.255" v="1" actId="34807"/>
          <ac:spMkLst>
            <pc:docMk/>
            <pc:sldMk cId="1305474687" sldId="2568"/>
            <ac:spMk id="2" creationId="{27461DA5-3D54-5ED3-23EE-803E3421F72F}"/>
          </ac:spMkLst>
        </pc:spChg>
        <pc:spChg chg="mod">
          <ac:chgData name="" userId="" providerId="" clId="Web-{BE57774B-2492-46A7-B149-7C53BE02F5A8}" dt="2025-10-17T01:46:33.255" v="1" actId="34807"/>
          <ac:spMkLst>
            <pc:docMk/>
            <pc:sldMk cId="1305474687" sldId="2568"/>
            <ac:spMk id="4" creationId="{A1F83A70-5FF9-1E57-F18D-52DE25A953E2}"/>
          </ac:spMkLst>
        </pc:spChg>
        <pc:picChg chg="mod">
          <ac:chgData name="" userId="" providerId="" clId="Web-{BE57774B-2492-46A7-B149-7C53BE02F5A8}" dt="2025-10-17T01:46:33.255" v="1" actId="34807"/>
          <ac:picMkLst>
            <pc:docMk/>
            <pc:sldMk cId="1305474687" sldId="2568"/>
            <ac:picMk id="5" creationId="{A00AEBBB-4FD9-4E36-8AD1-5F981CC2DACB}"/>
          </ac:picMkLst>
        </pc:picChg>
      </pc:sldChg>
      <pc:sldChg chg="modSp add mod modTransition modClrScheme addAnim chgLayout">
        <pc:chgData name="" userId="" providerId="" clId="Web-{BE57774B-2492-46A7-B149-7C53BE02F5A8}" dt="2025-10-17T01:46:33.271" v="12" actId="34807"/>
        <pc:sldMkLst>
          <pc:docMk/>
          <pc:sldMk cId="1609914577" sldId="2569"/>
        </pc:sldMkLst>
        <pc:spChg chg="mod">
          <ac:chgData name="" userId="" providerId="" clId="Web-{BE57774B-2492-46A7-B149-7C53BE02F5A8}" dt="2025-10-17T01:46:33.255" v="1" actId="34807"/>
          <ac:spMkLst>
            <pc:docMk/>
            <pc:sldMk cId="1609914577" sldId="2569"/>
            <ac:spMk id="2" creationId="{B6F15C8D-B077-89AB-D31D-8F94C99980AD}"/>
          </ac:spMkLst>
        </pc:spChg>
        <pc:spChg chg="mod">
          <ac:chgData name="" userId="" providerId="" clId="Web-{BE57774B-2492-46A7-B149-7C53BE02F5A8}" dt="2025-10-17T01:46:33.255" v="1" actId="34807"/>
          <ac:spMkLst>
            <pc:docMk/>
            <pc:sldMk cId="1609914577" sldId="2569"/>
            <ac:spMk id="4" creationId="{1F50BC23-7F9D-5E74-1695-5D04D3747665}"/>
          </ac:spMkLst>
        </pc:spChg>
        <pc:picChg chg="mod">
          <ac:chgData name="" userId="" providerId="" clId="Web-{BE57774B-2492-46A7-B149-7C53BE02F5A8}" dt="2025-10-17T01:46:33.255" v="1" actId="34807"/>
          <ac:picMkLst>
            <pc:docMk/>
            <pc:sldMk cId="1609914577" sldId="2569"/>
            <ac:picMk id="5" creationId="{A95A46A9-C787-4709-B417-5C290E4458D5}"/>
          </ac:picMkLst>
        </pc:picChg>
      </pc:sldChg>
    </pc:docChg>
  </pc:docChgLst>
  <pc:docChgLst>
    <pc:chgData name="정창언" userId="S::ckddjs0603@ks.ac.kr::e9aee2d0-a930-4c97-8852-f3b4517cfb92" providerId="AD" clId="Web-{54049341-F980-F1E9-9D5E-921A278F5523}"/>
    <pc:docChg chg="addSld delSld modSld modSection">
      <pc:chgData name="정창언" userId="S::ckddjs0603@ks.ac.kr::e9aee2d0-a930-4c97-8852-f3b4517cfb92" providerId="AD" clId="Web-{54049341-F980-F1E9-9D5E-921A278F5523}" dt="2025-10-17T01:48:43.163" v="15"/>
      <pc:docMkLst>
        <pc:docMk/>
      </pc:docMkLst>
      <pc:sldChg chg="addSp delSp modSp">
        <pc:chgData name="정창언" userId="S::ckddjs0603@ks.ac.kr::e9aee2d0-a930-4c97-8852-f3b4517cfb92" providerId="AD" clId="Web-{54049341-F980-F1E9-9D5E-921A278F5523}" dt="2025-10-17T01:48:32.882" v="13"/>
        <pc:sldMkLst>
          <pc:docMk/>
          <pc:sldMk cId="3073239116" sldId="2561"/>
        </pc:sldMkLst>
        <pc:spChg chg="mod">
          <ac:chgData name="정창언" userId="S::ckddjs0603@ks.ac.kr::e9aee2d0-a930-4c97-8852-f3b4517cfb92" providerId="AD" clId="Web-{54049341-F980-F1E9-9D5E-921A278F5523}" dt="2025-10-17T01:48:32.335" v="11" actId="20577"/>
          <ac:spMkLst>
            <pc:docMk/>
            <pc:sldMk cId="3073239116" sldId="2561"/>
            <ac:spMk id="2" creationId="{5CD69431-8C93-3453-5906-E8B6F100358A}"/>
          </ac:spMkLst>
        </pc:spChg>
        <pc:spChg chg="add del">
          <ac:chgData name="정창언" userId="S::ckddjs0603@ks.ac.kr::e9aee2d0-a930-4c97-8852-f3b4517cfb92" providerId="AD" clId="Web-{54049341-F980-F1E9-9D5E-921A278F5523}" dt="2025-10-17T01:48:32.882" v="13"/>
          <ac:spMkLst>
            <pc:docMk/>
            <pc:sldMk cId="3073239116" sldId="2561"/>
            <ac:spMk id="4" creationId="{3C0DECAC-29A9-EA2B-F38E-89B203325F33}"/>
          </ac:spMkLst>
        </pc:spChg>
      </pc:sldChg>
      <pc:sldChg chg="new del">
        <pc:chgData name="정창언" userId="S::ckddjs0603@ks.ac.kr::e9aee2d0-a930-4c97-8852-f3b4517cfb92" providerId="AD" clId="Web-{54049341-F980-F1E9-9D5E-921A278F5523}" dt="2025-10-17T01:48:43.163" v="15"/>
        <pc:sldMkLst>
          <pc:docMk/>
          <pc:sldMk cId="4140401346" sldId="2570"/>
        </pc:sldMkLst>
      </pc:sldChg>
    </pc:docChg>
  </pc:docChgLst>
  <pc:docChgLst>
    <pc:chgData name="정창언" userId="S::ckddjs0603@ks.ac.kr::e9aee2d0-a930-4c97-8852-f3b4517cfb92" providerId="AD" clId="Web-{E4591FEA-0FC5-C740-4C95-CA941E72D07E}"/>
    <pc:docChg chg="addSld delSld modSld sldOrd modSection">
      <pc:chgData name="정창언" userId="S::ckddjs0603@ks.ac.kr::e9aee2d0-a930-4c97-8852-f3b4517cfb92" providerId="AD" clId="Web-{E4591FEA-0FC5-C740-4C95-CA941E72D07E}" dt="2025-10-17T02:35:04.110" v="692" actId="20577"/>
      <pc:docMkLst>
        <pc:docMk/>
      </pc:docMkLst>
      <pc:sldChg chg="addSp delSp modSp delAnim">
        <pc:chgData name="정창언" userId="S::ckddjs0603@ks.ac.kr::e9aee2d0-a930-4c97-8852-f3b4517cfb92" providerId="AD" clId="Web-{E4591FEA-0FC5-C740-4C95-CA941E72D07E}" dt="2025-10-17T01:50:27.400" v="25" actId="14100"/>
        <pc:sldMkLst>
          <pc:docMk/>
          <pc:sldMk cId="3073239116" sldId="2561"/>
        </pc:sldMkLst>
        <pc:spChg chg="mod">
          <ac:chgData name="정창언" userId="S::ckddjs0603@ks.ac.kr::e9aee2d0-a930-4c97-8852-f3b4517cfb92" providerId="AD" clId="Web-{E4591FEA-0FC5-C740-4C95-CA941E72D07E}" dt="2025-10-17T01:50:27.400" v="25" actId="14100"/>
          <ac:spMkLst>
            <pc:docMk/>
            <pc:sldMk cId="3073239116" sldId="2561"/>
            <ac:spMk id="2" creationId="{5CD69431-8C93-3453-5906-E8B6F100358A}"/>
          </ac:spMkLst>
        </pc:spChg>
        <pc:spChg chg="del mod">
          <ac:chgData name="정창언" userId="S::ckddjs0603@ks.ac.kr::e9aee2d0-a930-4c97-8852-f3b4517cfb92" providerId="AD" clId="Web-{E4591FEA-0FC5-C740-4C95-CA941E72D07E}" dt="2025-10-17T01:49:30.836" v="3"/>
          <ac:spMkLst>
            <pc:docMk/>
            <pc:sldMk cId="3073239116" sldId="2561"/>
            <ac:spMk id="3" creationId="{851C391E-673C-D20C-66B4-5DC9AC6EC821}"/>
          </ac:spMkLst>
        </pc:spChg>
        <pc:spChg chg="add mod">
          <ac:chgData name="정창언" userId="S::ckddjs0603@ks.ac.kr::e9aee2d0-a930-4c97-8852-f3b4517cfb92" providerId="AD" clId="Web-{E4591FEA-0FC5-C740-4C95-CA941E72D07E}" dt="2025-10-17T01:50:22.822" v="24" actId="1076"/>
          <ac:spMkLst>
            <pc:docMk/>
            <pc:sldMk cId="3073239116" sldId="2561"/>
            <ac:spMk id="4" creationId="{9FDE7D9B-7627-1BE9-F8D1-D84379675D91}"/>
          </ac:spMkLst>
        </pc:spChg>
      </pc:sldChg>
      <pc:sldChg chg="del">
        <pc:chgData name="정창언" userId="S::ckddjs0603@ks.ac.kr::e9aee2d0-a930-4c97-8852-f3b4517cfb92" providerId="AD" clId="Web-{E4591FEA-0FC5-C740-4C95-CA941E72D07E}" dt="2025-10-17T01:51:10.182" v="29"/>
        <pc:sldMkLst>
          <pc:docMk/>
          <pc:sldMk cId="2952437464" sldId="2562"/>
        </pc:sldMkLst>
      </pc:sldChg>
      <pc:sldChg chg="modSp">
        <pc:chgData name="정창언" userId="S::ckddjs0603@ks.ac.kr::e9aee2d0-a930-4c97-8852-f3b4517cfb92" providerId="AD" clId="Web-{E4591FEA-0FC5-C740-4C95-CA941E72D07E}" dt="2025-10-17T01:53:36.954" v="101" actId="14100"/>
        <pc:sldMkLst>
          <pc:docMk/>
          <pc:sldMk cId="1328409263" sldId="2563"/>
        </pc:sldMkLst>
        <pc:spChg chg="mod">
          <ac:chgData name="정창언" userId="S::ckddjs0603@ks.ac.kr::e9aee2d0-a930-4c97-8852-f3b4517cfb92" providerId="AD" clId="Web-{E4591FEA-0FC5-C740-4C95-CA941E72D07E}" dt="2025-10-17T01:53:36.954" v="101" actId="14100"/>
          <ac:spMkLst>
            <pc:docMk/>
            <pc:sldMk cId="1328409263" sldId="2563"/>
            <ac:spMk id="2" creationId="{D970151E-578F-7357-5747-EFE386EC1CF3}"/>
          </ac:spMkLst>
        </pc:spChg>
        <pc:spChg chg="mod">
          <ac:chgData name="정창언" userId="S::ckddjs0603@ks.ac.kr::e9aee2d0-a930-4c97-8852-f3b4517cfb92" providerId="AD" clId="Web-{E4591FEA-0FC5-C740-4C95-CA941E72D07E}" dt="2025-10-17T01:53:28.749" v="99" actId="20577"/>
          <ac:spMkLst>
            <pc:docMk/>
            <pc:sldMk cId="1328409263" sldId="2563"/>
            <ac:spMk id="4" creationId="{83F2395E-A913-7D9A-CF2C-06F7FBD1F0B9}"/>
          </ac:spMkLst>
        </pc:spChg>
        <pc:picChg chg="mod">
          <ac:chgData name="정창언" userId="S::ckddjs0603@ks.ac.kr::e9aee2d0-a930-4c97-8852-f3b4517cfb92" providerId="AD" clId="Web-{E4591FEA-0FC5-C740-4C95-CA941E72D07E}" dt="2025-10-17T01:53:32.562" v="100" actId="1076"/>
          <ac:picMkLst>
            <pc:docMk/>
            <pc:sldMk cId="1328409263" sldId="2563"/>
            <ac:picMk id="5" creationId="{CD88A28B-B2E8-4DF0-9EC8-6D40CB9DAE6E}"/>
          </ac:picMkLst>
        </pc:picChg>
      </pc:sldChg>
      <pc:sldChg chg="del">
        <pc:chgData name="정창언" userId="S::ckddjs0603@ks.ac.kr::e9aee2d0-a930-4c97-8852-f3b4517cfb92" providerId="AD" clId="Web-{E4591FEA-0FC5-C740-4C95-CA941E72D07E}" dt="2025-10-17T01:53:52.440" v="102"/>
        <pc:sldMkLst>
          <pc:docMk/>
          <pc:sldMk cId="73531337" sldId="2564"/>
        </pc:sldMkLst>
      </pc:sldChg>
      <pc:sldChg chg="addSp delSp modSp">
        <pc:chgData name="정창언" userId="S::ckddjs0603@ks.ac.kr::e9aee2d0-a930-4c97-8852-f3b4517cfb92" providerId="AD" clId="Web-{E4591FEA-0FC5-C740-4C95-CA941E72D07E}" dt="2025-10-17T02:33:38.559" v="650" actId="20577"/>
        <pc:sldMkLst>
          <pc:docMk/>
          <pc:sldMk cId="975377634" sldId="2565"/>
        </pc:sldMkLst>
        <pc:spChg chg="mod">
          <ac:chgData name="정창언" userId="S::ckddjs0603@ks.ac.kr::e9aee2d0-a930-4c97-8852-f3b4517cfb92" providerId="AD" clId="Web-{E4591FEA-0FC5-C740-4C95-CA941E72D07E}" dt="2025-10-17T01:54:56.137" v="117" actId="14100"/>
          <ac:spMkLst>
            <pc:docMk/>
            <pc:sldMk cId="975377634" sldId="2565"/>
            <ac:spMk id="2" creationId="{6E690590-CD49-9756-21F6-3C3F648511CA}"/>
          </ac:spMkLst>
        </pc:spChg>
        <pc:spChg chg="mod">
          <ac:chgData name="정창언" userId="S::ckddjs0603@ks.ac.kr::e9aee2d0-a930-4c97-8852-f3b4517cfb92" providerId="AD" clId="Web-{E4591FEA-0FC5-C740-4C95-CA941E72D07E}" dt="2025-10-17T02:33:38.559" v="650" actId="20577"/>
          <ac:spMkLst>
            <pc:docMk/>
            <pc:sldMk cId="975377634" sldId="2565"/>
            <ac:spMk id="4" creationId="{09ECD1B5-D7F1-EE3D-BC84-0321DB1EE370}"/>
          </ac:spMkLst>
        </pc:spChg>
        <pc:spChg chg="add del mod">
          <ac:chgData name="정창언" userId="S::ckddjs0603@ks.ac.kr::e9aee2d0-a930-4c97-8852-f3b4517cfb92" providerId="AD" clId="Web-{E4591FEA-0FC5-C740-4C95-CA941E72D07E}" dt="2025-10-17T01:54:04.630" v="104"/>
          <ac:spMkLst>
            <pc:docMk/>
            <pc:sldMk cId="975377634" sldId="2565"/>
            <ac:spMk id="6" creationId="{CA826EE1-C42E-4A6A-0DD7-46447C8D53F8}"/>
          </ac:spMkLst>
        </pc:spChg>
        <pc:picChg chg="del">
          <ac:chgData name="정창언" userId="S::ckddjs0603@ks.ac.kr::e9aee2d0-a930-4c97-8852-f3b4517cfb92" providerId="AD" clId="Web-{E4591FEA-0FC5-C740-4C95-CA941E72D07E}" dt="2025-10-17T01:53:56.879" v="103"/>
          <ac:picMkLst>
            <pc:docMk/>
            <pc:sldMk cId="975377634" sldId="2565"/>
            <ac:picMk id="5" creationId="{2FAE7A8B-7018-4B78-A6E6-56FDCD9CC35E}"/>
          </ac:picMkLst>
        </pc:picChg>
        <pc:picChg chg="add mod">
          <ac:chgData name="정창언" userId="S::ckddjs0603@ks.ac.kr::e9aee2d0-a930-4c97-8852-f3b4517cfb92" providerId="AD" clId="Web-{E4591FEA-0FC5-C740-4C95-CA941E72D07E}" dt="2025-10-17T01:54:47.386" v="114" actId="1076"/>
          <ac:picMkLst>
            <pc:docMk/>
            <pc:sldMk cId="975377634" sldId="2565"/>
            <ac:picMk id="7" creationId="{2EF44A80-26C7-0017-7D43-2A3DBB7E1BC9}"/>
          </ac:picMkLst>
        </pc:picChg>
        <pc:picChg chg="add mod">
          <ac:chgData name="정창언" userId="S::ckddjs0603@ks.ac.kr::e9aee2d0-a930-4c97-8852-f3b4517cfb92" providerId="AD" clId="Web-{E4591FEA-0FC5-C740-4C95-CA941E72D07E}" dt="2025-10-17T02:08:41.147" v="298" actId="1076"/>
          <ac:picMkLst>
            <pc:docMk/>
            <pc:sldMk cId="975377634" sldId="2565"/>
            <ac:picMk id="8" creationId="{BA111E09-81B9-37F3-42B5-6B6E12F5E9D1}"/>
          </ac:picMkLst>
        </pc:picChg>
      </pc:sldChg>
      <pc:sldChg chg="addSp delSp modSp delAnim">
        <pc:chgData name="정창언" userId="S::ckddjs0603@ks.ac.kr::e9aee2d0-a930-4c97-8852-f3b4517cfb92" providerId="AD" clId="Web-{E4591FEA-0FC5-C740-4C95-CA941E72D07E}" dt="2025-10-17T02:34:38.734" v="688" actId="20577"/>
        <pc:sldMkLst>
          <pc:docMk/>
          <pc:sldMk cId="148473965" sldId="2566"/>
        </pc:sldMkLst>
        <pc:spChg chg="mod">
          <ac:chgData name="정창언" userId="S::ckddjs0603@ks.ac.kr::e9aee2d0-a930-4c97-8852-f3b4517cfb92" providerId="AD" clId="Web-{E4591FEA-0FC5-C740-4C95-CA941E72D07E}" dt="2025-10-17T02:03:29.093" v="195" actId="20577"/>
          <ac:spMkLst>
            <pc:docMk/>
            <pc:sldMk cId="148473965" sldId="2566"/>
            <ac:spMk id="2" creationId="{1E823F2C-C34D-8BCD-826C-9AA994119767}"/>
          </ac:spMkLst>
        </pc:spChg>
        <pc:spChg chg="del mod">
          <ac:chgData name="정창언" userId="S::ckddjs0603@ks.ac.kr::e9aee2d0-a930-4c97-8852-f3b4517cfb92" providerId="AD" clId="Web-{E4591FEA-0FC5-C740-4C95-CA941E72D07E}" dt="2025-10-17T02:04:11.672" v="211"/>
          <ac:spMkLst>
            <pc:docMk/>
            <pc:sldMk cId="148473965" sldId="2566"/>
            <ac:spMk id="4" creationId="{BBEFA34A-24E3-FC7F-938C-E71F8A7ED663}"/>
          </ac:spMkLst>
        </pc:spChg>
        <pc:spChg chg="add del mod">
          <ac:chgData name="정창언" userId="S::ckddjs0603@ks.ac.kr::e9aee2d0-a930-4c97-8852-f3b4517cfb92" providerId="AD" clId="Web-{E4591FEA-0FC5-C740-4C95-CA941E72D07E}" dt="2025-10-17T02:00:38.258" v="184"/>
          <ac:spMkLst>
            <pc:docMk/>
            <pc:sldMk cId="148473965" sldId="2566"/>
            <ac:spMk id="6" creationId="{604375B6-BBBD-26D6-F21B-4B89C7E6A5E6}"/>
          </ac:spMkLst>
        </pc:spChg>
        <pc:spChg chg="add del">
          <ac:chgData name="정창언" userId="S::ckddjs0603@ks.ac.kr::e9aee2d0-a930-4c97-8852-f3b4517cfb92" providerId="AD" clId="Web-{E4591FEA-0FC5-C740-4C95-CA941E72D07E}" dt="2025-10-17T02:04:17.985" v="213"/>
          <ac:spMkLst>
            <pc:docMk/>
            <pc:sldMk cId="148473965" sldId="2566"/>
            <ac:spMk id="8" creationId="{F588FE02-1735-0909-BC13-A91CF31AAEDB}"/>
          </ac:spMkLst>
        </pc:spChg>
        <pc:spChg chg="add mod">
          <ac:chgData name="정창언" userId="S::ckddjs0603@ks.ac.kr::e9aee2d0-a930-4c97-8852-f3b4517cfb92" providerId="AD" clId="Web-{E4591FEA-0FC5-C740-4C95-CA941E72D07E}" dt="2025-10-17T02:34:38.734" v="688" actId="20577"/>
          <ac:spMkLst>
            <pc:docMk/>
            <pc:sldMk cId="148473965" sldId="2566"/>
            <ac:spMk id="9" creationId="{F8A27DA1-E540-5EEC-E692-6DB59219942C}"/>
          </ac:spMkLst>
        </pc:spChg>
        <pc:spChg chg="add mod">
          <ac:chgData name="정창언" userId="S::ckddjs0603@ks.ac.kr::e9aee2d0-a930-4c97-8852-f3b4517cfb92" providerId="AD" clId="Web-{E4591FEA-0FC5-C740-4C95-CA941E72D07E}" dt="2025-10-17T02:06:22.988" v="261" actId="1076"/>
          <ac:spMkLst>
            <pc:docMk/>
            <pc:sldMk cId="148473965" sldId="2566"/>
            <ac:spMk id="12" creationId="{47D4A514-5F28-426C-34CF-460D3FF5E0C9}"/>
          </ac:spMkLst>
        </pc:spChg>
        <pc:spChg chg="add mod">
          <ac:chgData name="정창언" userId="S::ckddjs0603@ks.ac.kr::e9aee2d0-a930-4c97-8852-f3b4517cfb92" providerId="AD" clId="Web-{E4591FEA-0FC5-C740-4C95-CA941E72D07E}" dt="2025-10-17T02:06:35.348" v="267" actId="1076"/>
          <ac:spMkLst>
            <pc:docMk/>
            <pc:sldMk cId="148473965" sldId="2566"/>
            <ac:spMk id="13" creationId="{A55FE1D8-9379-708F-022F-039DE05B590C}"/>
          </ac:spMkLst>
        </pc:spChg>
        <pc:picChg chg="del">
          <ac:chgData name="정창언" userId="S::ckddjs0603@ks.ac.kr::e9aee2d0-a930-4c97-8852-f3b4517cfb92" providerId="AD" clId="Web-{E4591FEA-0FC5-C740-4C95-CA941E72D07E}" dt="2025-10-17T02:00:36.008" v="183"/>
          <ac:picMkLst>
            <pc:docMk/>
            <pc:sldMk cId="148473965" sldId="2566"/>
            <ac:picMk id="5" creationId="{A3C6AE6D-9A2E-42EA-AF40-357A8F7A8890}"/>
          </ac:picMkLst>
        </pc:picChg>
        <pc:picChg chg="add mod">
          <ac:chgData name="정창언" userId="S::ckddjs0603@ks.ac.kr::e9aee2d0-a930-4c97-8852-f3b4517cfb92" providerId="AD" clId="Web-{E4591FEA-0FC5-C740-4C95-CA941E72D07E}" dt="2025-10-17T02:06:09.566" v="252" actId="1076"/>
          <ac:picMkLst>
            <pc:docMk/>
            <pc:sldMk cId="148473965" sldId="2566"/>
            <ac:picMk id="7" creationId="{C05161B1-6FB0-418D-4239-455BA1EE0323}"/>
          </ac:picMkLst>
        </pc:picChg>
        <pc:picChg chg="add mod">
          <ac:chgData name="정창언" userId="S::ckddjs0603@ks.ac.kr::e9aee2d0-a930-4c97-8852-f3b4517cfb92" providerId="AD" clId="Web-{E4591FEA-0FC5-C740-4C95-CA941E72D07E}" dt="2025-10-17T02:06:08.284" v="251" actId="1076"/>
          <ac:picMkLst>
            <pc:docMk/>
            <pc:sldMk cId="148473965" sldId="2566"/>
            <ac:picMk id="11" creationId="{237C0A1B-420B-EDA5-F23C-C0034635DB24}"/>
          </ac:picMkLst>
        </pc:picChg>
      </pc:sldChg>
      <pc:sldChg chg="addSp delSp modSp delAnim">
        <pc:chgData name="정창언" userId="S::ckddjs0603@ks.ac.kr::e9aee2d0-a930-4c97-8852-f3b4517cfb92" providerId="AD" clId="Web-{E4591FEA-0FC5-C740-4C95-CA941E72D07E}" dt="2025-10-17T02:17:02.736" v="475" actId="20577"/>
        <pc:sldMkLst>
          <pc:docMk/>
          <pc:sldMk cId="2063208591" sldId="2567"/>
        </pc:sldMkLst>
        <pc:spChg chg="mod">
          <ac:chgData name="정창언" userId="S::ckddjs0603@ks.ac.kr::e9aee2d0-a930-4c97-8852-f3b4517cfb92" providerId="AD" clId="Web-{E4591FEA-0FC5-C740-4C95-CA941E72D07E}" dt="2025-10-17T02:08:10.459" v="297" actId="1076"/>
          <ac:spMkLst>
            <pc:docMk/>
            <pc:sldMk cId="2063208591" sldId="2567"/>
            <ac:spMk id="2" creationId="{77C3C3CC-83F9-F3C5-0BEC-2B5240AE0B3E}"/>
          </ac:spMkLst>
        </pc:spChg>
        <pc:spChg chg="del mod">
          <ac:chgData name="정창언" userId="S::ckddjs0603@ks.ac.kr::e9aee2d0-a930-4c97-8852-f3b4517cfb92" providerId="AD" clId="Web-{E4591FEA-0FC5-C740-4C95-CA941E72D07E}" dt="2025-10-17T02:10:38.121" v="329"/>
          <ac:spMkLst>
            <pc:docMk/>
            <pc:sldMk cId="2063208591" sldId="2567"/>
            <ac:spMk id="4" creationId="{C9579773-25FB-70F5-0ACF-524F72D6B665}"/>
          </ac:spMkLst>
        </pc:spChg>
        <pc:spChg chg="add del mod">
          <ac:chgData name="정창언" userId="S::ckddjs0603@ks.ac.kr::e9aee2d0-a930-4c97-8852-f3b4517cfb92" providerId="AD" clId="Web-{E4591FEA-0FC5-C740-4C95-CA941E72D07E}" dt="2025-10-17T02:08:07.349" v="296"/>
          <ac:spMkLst>
            <pc:docMk/>
            <pc:sldMk cId="2063208591" sldId="2567"/>
            <ac:spMk id="6" creationId="{1D9D5A5E-EF68-2D3F-3E18-86217D5C972B}"/>
          </ac:spMkLst>
        </pc:spChg>
        <pc:spChg chg="add mod">
          <ac:chgData name="정창언" userId="S::ckddjs0603@ks.ac.kr::e9aee2d0-a930-4c97-8852-f3b4517cfb92" providerId="AD" clId="Web-{E4591FEA-0FC5-C740-4C95-CA941E72D07E}" dt="2025-10-17T02:09:50.565" v="319" actId="1076"/>
          <ac:spMkLst>
            <pc:docMk/>
            <pc:sldMk cId="2063208591" sldId="2567"/>
            <ac:spMk id="10" creationId="{6F6A5810-F137-06C4-4A57-B23D450920C3}"/>
          </ac:spMkLst>
        </pc:spChg>
        <pc:spChg chg="add mod">
          <ac:chgData name="정창언" userId="S::ckddjs0603@ks.ac.kr::e9aee2d0-a930-4c97-8852-f3b4517cfb92" providerId="AD" clId="Web-{E4591FEA-0FC5-C740-4C95-CA941E72D07E}" dt="2025-10-17T02:10:05.380" v="326" actId="20577"/>
          <ac:spMkLst>
            <pc:docMk/>
            <pc:sldMk cId="2063208591" sldId="2567"/>
            <ac:spMk id="11" creationId="{18F8BEB9-23BC-DA62-EF5E-FFAEFFDADB4D}"/>
          </ac:spMkLst>
        </pc:spChg>
        <pc:spChg chg="add mod">
          <ac:chgData name="정창언" userId="S::ckddjs0603@ks.ac.kr::e9aee2d0-a930-4c97-8852-f3b4517cfb92" providerId="AD" clId="Web-{E4591FEA-0FC5-C740-4C95-CA941E72D07E}" dt="2025-10-17T02:17:02.736" v="475" actId="20577"/>
          <ac:spMkLst>
            <pc:docMk/>
            <pc:sldMk cId="2063208591" sldId="2567"/>
            <ac:spMk id="12" creationId="{C7E19404-9BE0-81D7-B904-0C97776D2F25}"/>
          </ac:spMkLst>
        </pc:spChg>
        <pc:picChg chg="del">
          <ac:chgData name="정창언" userId="S::ckddjs0603@ks.ac.kr::e9aee2d0-a930-4c97-8852-f3b4517cfb92" providerId="AD" clId="Web-{E4591FEA-0FC5-C740-4C95-CA941E72D07E}" dt="2025-10-17T02:07:44.583" v="289"/>
          <ac:picMkLst>
            <pc:docMk/>
            <pc:sldMk cId="2063208591" sldId="2567"/>
            <ac:picMk id="5" creationId="{BF8C7406-DFE8-43B3-A8A3-5369129DF28B}"/>
          </ac:picMkLst>
        </pc:picChg>
        <pc:picChg chg="add mod">
          <ac:chgData name="정창언" userId="S::ckddjs0603@ks.ac.kr::e9aee2d0-a930-4c97-8852-f3b4517cfb92" providerId="AD" clId="Web-{E4591FEA-0FC5-C740-4C95-CA941E72D07E}" dt="2025-10-17T02:09:32.905" v="310" actId="1076"/>
          <ac:picMkLst>
            <pc:docMk/>
            <pc:sldMk cId="2063208591" sldId="2567"/>
            <ac:picMk id="8" creationId="{AE0CDF81-06A7-5732-5AFB-58F2350839E9}"/>
          </ac:picMkLst>
        </pc:picChg>
        <pc:picChg chg="add mod">
          <ac:chgData name="정창언" userId="S::ckddjs0603@ks.ac.kr::e9aee2d0-a930-4c97-8852-f3b4517cfb92" providerId="AD" clId="Web-{E4591FEA-0FC5-C740-4C95-CA941E72D07E}" dt="2025-10-17T02:10:08.334" v="327" actId="1076"/>
          <ac:picMkLst>
            <pc:docMk/>
            <pc:sldMk cId="2063208591" sldId="2567"/>
            <ac:picMk id="9" creationId="{D3A0FF44-AA72-95B9-3C83-9C0C71CBB643}"/>
          </ac:picMkLst>
        </pc:picChg>
      </pc:sldChg>
      <pc:sldChg chg="addSp delSp modSp ord delAnim">
        <pc:chgData name="정창언" userId="S::ckddjs0603@ks.ac.kr::e9aee2d0-a930-4c97-8852-f3b4517cfb92" providerId="AD" clId="Web-{E4591FEA-0FC5-C740-4C95-CA941E72D07E}" dt="2025-10-17T02:26:11.396" v="644" actId="20577"/>
        <pc:sldMkLst>
          <pc:docMk/>
          <pc:sldMk cId="1305474687" sldId="2568"/>
        </pc:sldMkLst>
        <pc:spChg chg="mod">
          <ac:chgData name="정창언" userId="S::ckddjs0603@ks.ac.kr::e9aee2d0-a930-4c97-8852-f3b4517cfb92" providerId="AD" clId="Web-{E4591FEA-0FC5-C740-4C95-CA941E72D07E}" dt="2025-10-17T02:18:09.083" v="493" actId="14100"/>
          <ac:spMkLst>
            <pc:docMk/>
            <pc:sldMk cId="1305474687" sldId="2568"/>
            <ac:spMk id="2" creationId="{27461DA5-3D54-5ED3-23EE-803E3421F72F}"/>
          </ac:spMkLst>
        </pc:spChg>
        <pc:spChg chg="del">
          <ac:chgData name="정창언" userId="S::ckddjs0603@ks.ac.kr::e9aee2d0-a930-4c97-8852-f3b4517cfb92" providerId="AD" clId="Web-{E4591FEA-0FC5-C740-4C95-CA941E72D07E}" dt="2025-10-17T02:18:12.427" v="494"/>
          <ac:spMkLst>
            <pc:docMk/>
            <pc:sldMk cId="1305474687" sldId="2568"/>
            <ac:spMk id="4" creationId="{A1F83A70-5FF9-1E57-F18D-52DE25A953E2}"/>
          </ac:spMkLst>
        </pc:spChg>
        <pc:spChg chg="add del mod">
          <ac:chgData name="정창언" userId="S::ckddjs0603@ks.ac.kr::e9aee2d0-a930-4c97-8852-f3b4517cfb92" providerId="AD" clId="Web-{E4591FEA-0FC5-C740-4C95-CA941E72D07E}" dt="2025-10-17T02:17:19.065" v="477"/>
          <ac:spMkLst>
            <pc:docMk/>
            <pc:sldMk cId="1305474687" sldId="2568"/>
            <ac:spMk id="6" creationId="{159C9DBA-EAEC-B54D-9E52-16563AD4402C}"/>
          </ac:spMkLst>
        </pc:spChg>
        <pc:spChg chg="add del mod">
          <ac:chgData name="정창언" userId="S::ckddjs0603@ks.ac.kr::e9aee2d0-a930-4c97-8852-f3b4517cfb92" providerId="AD" clId="Web-{E4591FEA-0FC5-C740-4C95-CA941E72D07E}" dt="2025-10-17T02:18:16.177" v="495"/>
          <ac:spMkLst>
            <pc:docMk/>
            <pc:sldMk cId="1305474687" sldId="2568"/>
            <ac:spMk id="8" creationId="{FC24B012-E89C-9698-9C6F-560E014CF322}"/>
          </ac:spMkLst>
        </pc:spChg>
        <pc:spChg chg="add mod">
          <ac:chgData name="정창언" userId="S::ckddjs0603@ks.ac.kr::e9aee2d0-a930-4c97-8852-f3b4517cfb92" providerId="AD" clId="Web-{E4591FEA-0FC5-C740-4C95-CA941E72D07E}" dt="2025-10-17T02:26:11.396" v="644" actId="20577"/>
          <ac:spMkLst>
            <pc:docMk/>
            <pc:sldMk cId="1305474687" sldId="2568"/>
            <ac:spMk id="9" creationId="{5286074A-508B-10E5-BE6B-54FA9E914557}"/>
          </ac:spMkLst>
        </pc:spChg>
        <pc:spChg chg="add mod">
          <ac:chgData name="정창언" userId="S::ckddjs0603@ks.ac.kr::e9aee2d0-a930-4c97-8852-f3b4517cfb92" providerId="AD" clId="Web-{E4591FEA-0FC5-C740-4C95-CA941E72D07E}" dt="2025-10-17T02:25:04.236" v="631" actId="1076"/>
          <ac:spMkLst>
            <pc:docMk/>
            <pc:sldMk cId="1305474687" sldId="2568"/>
            <ac:spMk id="12" creationId="{70688E22-B599-4241-5F8F-5E3E344DDF4B}"/>
          </ac:spMkLst>
        </pc:spChg>
        <pc:spChg chg="add mod">
          <ac:chgData name="정창언" userId="S::ckddjs0603@ks.ac.kr::e9aee2d0-a930-4c97-8852-f3b4517cfb92" providerId="AD" clId="Web-{E4591FEA-0FC5-C740-4C95-CA941E72D07E}" dt="2025-10-17T02:25:13.471" v="636" actId="1076"/>
          <ac:spMkLst>
            <pc:docMk/>
            <pc:sldMk cId="1305474687" sldId="2568"/>
            <ac:spMk id="13" creationId="{51856C44-399D-B9E0-8996-72B534DA948C}"/>
          </ac:spMkLst>
        </pc:spChg>
        <pc:picChg chg="del">
          <ac:chgData name="정창언" userId="S::ckddjs0603@ks.ac.kr::e9aee2d0-a930-4c97-8852-f3b4517cfb92" providerId="AD" clId="Web-{E4591FEA-0FC5-C740-4C95-CA941E72D07E}" dt="2025-10-17T02:17:13.596" v="476"/>
          <ac:picMkLst>
            <pc:docMk/>
            <pc:sldMk cId="1305474687" sldId="2568"/>
            <ac:picMk id="5" creationId="{A00AEBBB-4FD9-4E36-8AD1-5F981CC2DACB}"/>
          </ac:picMkLst>
        </pc:picChg>
        <pc:picChg chg="add mod">
          <ac:chgData name="정창언" userId="S::ckddjs0603@ks.ac.kr::e9aee2d0-a930-4c97-8852-f3b4517cfb92" providerId="AD" clId="Web-{E4591FEA-0FC5-C740-4C95-CA941E72D07E}" dt="2025-10-17T02:26:02.175" v="640" actId="1076"/>
          <ac:picMkLst>
            <pc:docMk/>
            <pc:sldMk cId="1305474687" sldId="2568"/>
            <ac:picMk id="10" creationId="{54E0932B-F942-2A12-149C-D0B52113CF1F}"/>
          </ac:picMkLst>
        </pc:picChg>
        <pc:picChg chg="add mod">
          <ac:chgData name="정창언" userId="S::ckddjs0603@ks.ac.kr::e9aee2d0-a930-4c97-8852-f3b4517cfb92" providerId="AD" clId="Web-{E4591FEA-0FC5-C740-4C95-CA941E72D07E}" dt="2025-10-17T02:24:47.658" v="621" actId="1076"/>
          <ac:picMkLst>
            <pc:docMk/>
            <pc:sldMk cId="1305474687" sldId="2568"/>
            <ac:picMk id="11" creationId="{F5173A18-DFDB-0ADF-C0F2-72E541CE81FE}"/>
          </ac:picMkLst>
        </pc:picChg>
        <pc:picChg chg="add mod">
          <ac:chgData name="정창언" userId="S::ckddjs0603@ks.ac.kr::e9aee2d0-a930-4c97-8852-f3b4517cfb92" providerId="AD" clId="Web-{E4591FEA-0FC5-C740-4C95-CA941E72D07E}" dt="2025-10-17T02:25:59.722" v="639" actId="1076"/>
          <ac:picMkLst>
            <pc:docMk/>
            <pc:sldMk cId="1305474687" sldId="2568"/>
            <ac:picMk id="14" creationId="{EF250D47-D02E-9C51-12B1-485188FE580A}"/>
          </ac:picMkLst>
        </pc:picChg>
      </pc:sldChg>
      <pc:sldChg chg="addSp delSp modSp">
        <pc:chgData name="정창언" userId="S::ckddjs0603@ks.ac.kr::e9aee2d0-a930-4c97-8852-f3b4517cfb92" providerId="AD" clId="Web-{E4591FEA-0FC5-C740-4C95-CA941E72D07E}" dt="2025-10-17T02:35:04.110" v="692" actId="20577"/>
        <pc:sldMkLst>
          <pc:docMk/>
          <pc:sldMk cId="1609914577" sldId="2569"/>
        </pc:sldMkLst>
        <pc:spChg chg="mod">
          <ac:chgData name="정창언" userId="S::ckddjs0603@ks.ac.kr::e9aee2d0-a930-4c97-8852-f3b4517cfb92" providerId="AD" clId="Web-{E4591FEA-0FC5-C740-4C95-CA941E72D07E}" dt="2025-10-17T02:19:40.088" v="547" actId="1076"/>
          <ac:spMkLst>
            <pc:docMk/>
            <pc:sldMk cId="1609914577" sldId="2569"/>
            <ac:spMk id="2" creationId="{B6F15C8D-B077-89AB-D31D-8F94C99980AD}"/>
          </ac:spMkLst>
        </pc:spChg>
        <pc:spChg chg="mod">
          <ac:chgData name="정창언" userId="S::ckddjs0603@ks.ac.kr::e9aee2d0-a930-4c97-8852-f3b4517cfb92" providerId="AD" clId="Web-{E4591FEA-0FC5-C740-4C95-CA941E72D07E}" dt="2025-10-17T02:35:04.110" v="692" actId="20577"/>
          <ac:spMkLst>
            <pc:docMk/>
            <pc:sldMk cId="1609914577" sldId="2569"/>
            <ac:spMk id="4" creationId="{1F50BC23-7F9D-5E74-1695-5D04D3747665}"/>
          </ac:spMkLst>
        </pc:spChg>
        <pc:spChg chg="add del mod">
          <ac:chgData name="정창언" userId="S::ckddjs0603@ks.ac.kr::e9aee2d0-a930-4c97-8852-f3b4517cfb92" providerId="AD" clId="Web-{E4591FEA-0FC5-C740-4C95-CA941E72D07E}" dt="2025-10-17T02:18:28.459" v="498"/>
          <ac:spMkLst>
            <pc:docMk/>
            <pc:sldMk cId="1609914577" sldId="2569"/>
            <ac:spMk id="6" creationId="{7F68CEAE-E441-8CF9-64C3-31F4ADA3C1FF}"/>
          </ac:spMkLst>
        </pc:spChg>
        <pc:picChg chg="del mod">
          <ac:chgData name="정창언" userId="S::ckddjs0603@ks.ac.kr::e9aee2d0-a930-4c97-8852-f3b4517cfb92" providerId="AD" clId="Web-{E4591FEA-0FC5-C740-4C95-CA941E72D07E}" dt="2025-10-17T02:18:26.428" v="497"/>
          <ac:picMkLst>
            <pc:docMk/>
            <pc:sldMk cId="1609914577" sldId="2569"/>
            <ac:picMk id="5" creationId="{A95A46A9-C787-4709-B417-5C290E4458D5}"/>
          </ac:picMkLst>
        </pc:picChg>
      </pc:sldChg>
      <pc:sldChg chg="new del">
        <pc:chgData name="정창언" userId="S::ckddjs0603@ks.ac.kr::e9aee2d0-a930-4c97-8852-f3b4517cfb92" providerId="AD" clId="Web-{E4591FEA-0FC5-C740-4C95-CA941E72D07E}" dt="2025-10-17T02:24:54.627" v="624"/>
        <pc:sldMkLst>
          <pc:docMk/>
          <pc:sldMk cId="2873403315" sldId="25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6FA5EA-0E1E-4764-B5B7-A47DCC3A898E}"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C6B470-179D-4B95-8906-D61C195EFD62}" type="slidenum">
              <a:rPr lang="en-US" smtClean="0"/>
              <a:t>‹#›</a:t>
            </a:fld>
            <a:endParaRPr lang="en-US"/>
          </a:p>
        </p:txBody>
      </p:sp>
    </p:spTree>
    <p:extLst>
      <p:ext uri="{BB962C8B-B14F-4D97-AF65-F5344CB8AC3E}">
        <p14:creationId xmlns:p14="http://schemas.microsoft.com/office/powerpoint/2010/main" val="3565552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8C6B470-179D-4B95-8906-D61C195EFD62}" type="slidenum">
              <a:rPr lang="en-US" smtClean="0"/>
              <a:t>1</a:t>
            </a:fld>
            <a:endParaRPr lang="en-US"/>
          </a:p>
        </p:txBody>
      </p:sp>
    </p:spTree>
    <p:extLst>
      <p:ext uri="{BB962C8B-B14F-4D97-AF65-F5344CB8AC3E}">
        <p14:creationId xmlns:p14="http://schemas.microsoft.com/office/powerpoint/2010/main" val="2827716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이 발표는 바이오 리듬 계산 프로그램의 기존 문제점을 분석하고, 이를 개선한 내용을 중심으로 구성되어 있습니다. 프로그램의 기능, 사용자 경험, 시각화, 안정성, 입력 처리 방식 등 다양한 측면에서의 개선 사항을 소개하며, 최종적으로 사용자 편의성과 정확성을 높이는 방향으로 발전시킨 과정을 설명합니다.</a:t>
            </a:r>
          </a:p>
        </p:txBody>
      </p:sp>
      <p:sp>
        <p:nvSpPr>
          <p:cNvPr id="4" name="Slide Number Placeholder 3"/>
          <p:cNvSpPr>
            <a:spLocks noGrp="1"/>
          </p:cNvSpPr>
          <p:nvPr>
            <p:ph type="sldNum" sz="quarter" idx="5"/>
          </p:nvPr>
        </p:nvSpPr>
        <p:spPr/>
        <p:txBody>
          <a:bodyPr/>
          <a:lstStyle/>
          <a:p>
            <a:fld id="{28C6B470-179D-4B95-8906-D61C195EFD62}" type="slidenum">
              <a:rPr lang="en-US" smtClean="0"/>
              <a:t>2</a:t>
            </a:fld>
            <a:endParaRPr lang="en-US"/>
          </a:p>
        </p:txBody>
      </p:sp>
    </p:spTree>
    <p:extLst>
      <p:ext uri="{BB962C8B-B14F-4D97-AF65-F5344CB8AC3E}">
        <p14:creationId xmlns:p14="http://schemas.microsoft.com/office/powerpoint/2010/main" val="3053733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기존 바이오 리듬 계산 프로그램은 특정 월 단위로만 조회가 가능하며, 모든 달을 30일로 고정하여 계산하는 방식이었습니다. 이로 인해 실제 날짜와의 불일치가 발생할 수 있었고, 윤년이나 각 달의 실제 일수를 반영하지 못하는 문제가 있었습니다. UI 측면에서도 단순 텍스트 나열 방식으로 구성되어 있어 사용자 친화적이지 않았으며, 잘못된 입력이 들어올 경우 프로그램이 중단되는 등 안정성과 입력 처리 면에서도 부족함이 있었습니다. 이러한 문제점들은 사용자 경험을 저해하고 프로그램의 활용도를 낮추는 요인으로 작용했습니다.</a:t>
            </a:r>
          </a:p>
        </p:txBody>
      </p:sp>
      <p:sp>
        <p:nvSpPr>
          <p:cNvPr id="4" name="Slide Number Placeholder 3"/>
          <p:cNvSpPr>
            <a:spLocks noGrp="1"/>
          </p:cNvSpPr>
          <p:nvPr>
            <p:ph type="sldNum" sz="quarter" idx="5"/>
          </p:nvPr>
        </p:nvSpPr>
        <p:spPr/>
        <p:txBody>
          <a:bodyPr/>
          <a:lstStyle/>
          <a:p>
            <a:fld id="{28C6B470-179D-4B95-8906-D61C195EFD62}" type="slidenum">
              <a:rPr lang="en-US" smtClean="0"/>
              <a:t>3</a:t>
            </a:fld>
            <a:endParaRPr lang="en-US"/>
          </a:p>
        </p:txBody>
      </p:sp>
    </p:spTree>
    <p:extLst>
      <p:ext uri="{BB962C8B-B14F-4D97-AF65-F5344CB8AC3E}">
        <p14:creationId xmlns:p14="http://schemas.microsoft.com/office/powerpoint/2010/main" val="990364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기능 개선의 핵심은 사용자가 원하는 기간을 자유롭게 설정할 수 있도록 하는 것입니다. 기존에는 월 단위로만 조회가 가능했으며, 모든 달을 30일로 고정하여 계산하는 방식이었습니다. 개선된 프로그램은 년/월/일 단위로 시작일과 종료일을 설정할 수 있으며, 윤년과 각 달의 실제 마지막 날짜를 정확히 계산하여 결과에 반영합니다. 이를 통해 사용자에게 보다 정확하고 유연한 바이오 리듬 계산 결과를 제공할 수 있게 되었으며, 다양한 기간에 대한 분석이 가능해졌습니다. 이러한 기능 개선은 프로그램의 활용도를 높이고, 다양한 사용자 요구에 대응할 수 있는 기반을 마련해줍니다.</a:t>
            </a:r>
          </a:p>
        </p:txBody>
      </p:sp>
      <p:sp>
        <p:nvSpPr>
          <p:cNvPr id="4" name="Slide Number Placeholder 3"/>
          <p:cNvSpPr>
            <a:spLocks noGrp="1"/>
          </p:cNvSpPr>
          <p:nvPr>
            <p:ph type="sldNum" sz="quarter" idx="5"/>
          </p:nvPr>
        </p:nvSpPr>
        <p:spPr/>
        <p:txBody>
          <a:bodyPr/>
          <a:lstStyle/>
          <a:p>
            <a:fld id="{28C6B470-179D-4B95-8906-D61C195EFD62}" type="slidenum">
              <a:rPr lang="en-US" smtClean="0"/>
              <a:t>4</a:t>
            </a:fld>
            <a:endParaRPr lang="en-US"/>
          </a:p>
        </p:txBody>
      </p:sp>
    </p:spTree>
    <p:extLst>
      <p:ext uri="{BB962C8B-B14F-4D97-AF65-F5344CB8AC3E}">
        <p14:creationId xmlns:p14="http://schemas.microsoft.com/office/powerpoint/2010/main" val="2443787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사용자 경험과 시각적 요소의 개선은 프로그램의 접근성과 편의성을 크게 향상시켰습니다. 먼저 입력 처리 측면에서는 숫자 외의 잘못된 입력이나 존재하지 않는 날짜를 입력했을 경우, 프로그램이 중단되지 않고 오류 메시지를 출력한 후 재입력을 요청하는 방식으로 변경되었습니다. 이를 통해 사용자 실수에 대한 내성이 높아졌으며, 안정적인 사용이 가능해졌습니다. UI는 기존의 단순 텍스트 나열 방식에서 벗어나, 상세 수치와 상태가 포함된 깔끔한 컬러 테이블 형식으로 출력되도록 개선되었습니다. 또한 시각화 측면에서는 고조기(초록), 저조기(하늘색), 위험기(빨간색)으로 상태를 시각적으로 구분하여 사용자에게 직관적인 정보를 제공하게 되었습니다. 이러한 개선은 사용자 만족도를 높이고, 프로그램의 전문성과 신뢰성을 강화하는 데 기여합니다.</a:t>
            </a:r>
          </a:p>
        </p:txBody>
      </p:sp>
      <p:sp>
        <p:nvSpPr>
          <p:cNvPr id="4" name="Slide Number Placeholder 3"/>
          <p:cNvSpPr>
            <a:spLocks noGrp="1"/>
          </p:cNvSpPr>
          <p:nvPr>
            <p:ph type="sldNum" sz="quarter" idx="5"/>
          </p:nvPr>
        </p:nvSpPr>
        <p:spPr/>
        <p:txBody>
          <a:bodyPr/>
          <a:lstStyle/>
          <a:p>
            <a:fld id="{28C6B470-179D-4B95-8906-D61C195EFD62}" type="slidenum">
              <a:rPr lang="en-US" smtClean="0"/>
              <a:t>5</a:t>
            </a:fld>
            <a:endParaRPr lang="en-US"/>
          </a:p>
        </p:txBody>
      </p:sp>
    </p:spTree>
    <p:extLst>
      <p:ext uri="{BB962C8B-B14F-4D97-AF65-F5344CB8AC3E}">
        <p14:creationId xmlns:p14="http://schemas.microsoft.com/office/powerpoint/2010/main" val="550020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기존 프로그램은 한 번 조회를 수행한 후 자동으로 종료되는 구조였습니다. 이로 인해 사용자가 연속적으로 여러 기간을 조회하고자 할 경우, 프로그램을 다시 실행해야 하는 번거로움이 있었습니다. 개선된 프로그램은 조회 후 '다시 시작' 여부를 묻는 기능을 추가하여, 사용자가 프로그램을 껐다 켜지 않고도 연속적으로 조회할 수 있도록 변경되었습니다. 이 기능은 사용자 편의성을 크게 향상시키며, 반복적인 사용 환경에서도 효율적인 작업이 가능하게 합니다. 특히 바이오 리듬을 다양한 날짜에 대해 비교하거나 분석하고자 하는 사용자에게 매우 유용한 기능으로 작용합니다.</a:t>
            </a:r>
          </a:p>
        </p:txBody>
      </p:sp>
      <p:sp>
        <p:nvSpPr>
          <p:cNvPr id="4" name="Slide Number Placeholder 3"/>
          <p:cNvSpPr>
            <a:spLocks noGrp="1"/>
          </p:cNvSpPr>
          <p:nvPr>
            <p:ph type="sldNum" sz="quarter" idx="5"/>
          </p:nvPr>
        </p:nvSpPr>
        <p:spPr/>
        <p:txBody>
          <a:bodyPr/>
          <a:lstStyle/>
          <a:p>
            <a:fld id="{28C6B470-179D-4B95-8906-D61C195EFD62}" type="slidenum">
              <a:rPr lang="en-US" smtClean="0"/>
              <a:t>6</a:t>
            </a:fld>
            <a:endParaRPr lang="en-US"/>
          </a:p>
        </p:txBody>
      </p:sp>
    </p:spTree>
    <p:extLst>
      <p:ext uri="{BB962C8B-B14F-4D97-AF65-F5344CB8AC3E}">
        <p14:creationId xmlns:p14="http://schemas.microsoft.com/office/powerpoint/2010/main" val="3772659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Thank you for listening
Gemini</a:t>
            </a:r>
          </a:p>
        </p:txBody>
      </p:sp>
      <p:sp>
        <p:nvSpPr>
          <p:cNvPr id="4" name="Slide Number Placeholder 3"/>
          <p:cNvSpPr>
            <a:spLocks noGrp="1"/>
          </p:cNvSpPr>
          <p:nvPr>
            <p:ph type="sldNum" sz="quarter" idx="5"/>
          </p:nvPr>
        </p:nvSpPr>
        <p:spPr/>
        <p:txBody>
          <a:bodyPr/>
          <a:lstStyle/>
          <a:p>
            <a:fld id="{28C6B470-179D-4B95-8906-D61C195EFD62}" type="slidenum">
              <a:rPr lang="en-US" smtClean="0"/>
              <a:t>7</a:t>
            </a:fld>
            <a:endParaRPr lang="en-US"/>
          </a:p>
        </p:txBody>
      </p:sp>
    </p:spTree>
    <p:extLst>
      <p:ext uri="{BB962C8B-B14F-4D97-AF65-F5344CB8AC3E}">
        <p14:creationId xmlns:p14="http://schemas.microsoft.com/office/powerpoint/2010/main" val="4210104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10/16/2025</a:t>
            </a:fld>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601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smtClean="0"/>
              <a:t>10/16/2025</a:t>
            </a:fld>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smtClean="0"/>
              <a:t>‹#›</a:t>
            </a:fld>
            <a:endParaRPr lang="en-US"/>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48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7578674-8064-3B2C-DA7F-7E3D0B7E90DB}"/>
              </a:ext>
            </a:extLst>
          </p:cNvPr>
          <p:cNvSpPr>
            <a:spLocks noGrp="1"/>
          </p:cNvSpPr>
          <p:nvPr>
            <p:ph type="ctrTitle"/>
          </p:nvPr>
        </p:nvSpPr>
        <p:spPr>
          <a:xfrm>
            <a:off x="1088136" y="1095763"/>
            <a:ext cx="9598152" cy="4144566"/>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10" name="Subtitle 2">
            <a:extLst>
              <a:ext uri="{FF2B5EF4-FFF2-40B4-BE49-F238E27FC236}">
                <a16:creationId xmlns:a16="http://schemas.microsoft.com/office/drawing/2014/main" id="{9DABABE3-CA0A-1CAB-38CF-F3A5729B7D41}"/>
              </a:ext>
            </a:extLst>
          </p:cNvPr>
          <p:cNvSpPr>
            <a:spLocks noGrp="1"/>
          </p:cNvSpPr>
          <p:nvPr>
            <p:ph type="subTitle" idx="1"/>
          </p:nvPr>
        </p:nvSpPr>
        <p:spPr>
          <a:xfrm>
            <a:off x="1088136" y="5240329"/>
            <a:ext cx="7769354" cy="101239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10/16/2025</a:t>
            </a:fld>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a:p>
        </p:txBody>
      </p:sp>
      <p:cxnSp>
        <p:nvCxnSpPr>
          <p:cNvPr id="7" name="Straight Connector 6">
            <a:extLst>
              <a:ext uri="{FF2B5EF4-FFF2-40B4-BE49-F238E27FC236}">
                <a16:creationId xmlns:a16="http://schemas.microsoft.com/office/drawing/2014/main" id="{CDFFF1FC-CDE9-3B47-D073-3394D4D035A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7761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BFF047-7A6B-BC21-B7D8-F250A7B5AD52}"/>
              </a:ext>
            </a:extLst>
          </p:cNvPr>
          <p:cNvSpPr>
            <a:spLocks noGrp="1"/>
          </p:cNvSpPr>
          <p:nvPr>
            <p:ph type="title"/>
          </p:nvPr>
        </p:nvSpPr>
        <p:spPr>
          <a:xfrm>
            <a:off x="1088136" y="1689380"/>
            <a:ext cx="7876287" cy="3614139"/>
          </a:xfrm>
        </p:spPr>
        <p:txBody>
          <a:bodyPr anchor="b">
            <a:noAutofit/>
          </a:bodyPr>
          <a:lstStyle>
            <a:lvl1pPr>
              <a:defRPr sz="6000"/>
            </a:lvl1pPr>
          </a:lstStyle>
          <a:p>
            <a:r>
              <a:rPr lang="en-US"/>
              <a:t>Click to edit Master title style</a:t>
            </a:r>
          </a:p>
        </p:txBody>
      </p:sp>
      <p:sp>
        <p:nvSpPr>
          <p:cNvPr id="14" name="Subtitle 2">
            <a:extLst>
              <a:ext uri="{FF2B5EF4-FFF2-40B4-BE49-F238E27FC236}">
                <a16:creationId xmlns:a16="http://schemas.microsoft.com/office/drawing/2014/main" id="{31F9B6D5-1061-6B04-A4A3-7F71A879F11E}"/>
              </a:ext>
            </a:extLst>
          </p:cNvPr>
          <p:cNvSpPr>
            <a:spLocks noGrp="1"/>
          </p:cNvSpPr>
          <p:nvPr>
            <p:ph type="subTitle" idx="1"/>
          </p:nvPr>
        </p:nvSpPr>
        <p:spPr>
          <a:xfrm>
            <a:off x="1088136" y="5306113"/>
            <a:ext cx="7375466" cy="1012390"/>
          </a:xfrm>
        </p:spPr>
        <p:txBody>
          <a:bodyPr vert="horz" lIns="91440" tIns="45720" rIns="91440" bIns="45720" rtlCol="0" anchor="t">
            <a:normAutofit/>
          </a:bodyPr>
          <a:lstStyle>
            <a:lvl1pPr marL="0" indent="0">
              <a:lnSpc>
                <a:spcPct val="100000"/>
              </a:lnSpc>
              <a:buNone/>
              <a:defRPr lang="en-US" sz="2000" dirty="0"/>
            </a:lvl1pPr>
          </a:lstStyle>
          <a:p>
            <a:pPr lvl="0"/>
            <a:r>
              <a:rPr lang="en-US"/>
              <a:t>Click to edit Master subtitle style</a:t>
            </a:r>
          </a:p>
        </p:txBody>
      </p:sp>
      <p:sp>
        <p:nvSpPr>
          <p:cNvPr id="9" name="Footer Placeholder 8">
            <a:extLst>
              <a:ext uri="{FF2B5EF4-FFF2-40B4-BE49-F238E27FC236}">
                <a16:creationId xmlns:a16="http://schemas.microsoft.com/office/drawing/2014/main" id="{6099C91B-9803-3812-63A6-5705DB9FE95D}"/>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12DA3032-68CE-D997-667C-4C5C01E418A6}"/>
              </a:ext>
            </a:extLst>
          </p:cNvPr>
          <p:cNvSpPr>
            <a:spLocks noGrp="1"/>
          </p:cNvSpPr>
          <p:nvPr>
            <p:ph type="dt" sz="half" idx="10"/>
          </p:nvPr>
        </p:nvSpPr>
        <p:spPr/>
        <p:txBody>
          <a:bodyPr/>
          <a:lstStyle/>
          <a:p>
            <a:fld id="{2ABAD28B-DD56-4B56-883A-96608C765E28}" type="datetimeFigureOut">
              <a:rPr lang="en-US" smtClean="0"/>
              <a:t>10/16/2025</a:t>
            </a:fld>
            <a:endParaRPr lang="en-US"/>
          </a:p>
        </p:txBody>
      </p:sp>
      <p:sp>
        <p:nvSpPr>
          <p:cNvPr id="10" name="Slide Number Placeholder 9">
            <a:extLst>
              <a:ext uri="{FF2B5EF4-FFF2-40B4-BE49-F238E27FC236}">
                <a16:creationId xmlns:a16="http://schemas.microsoft.com/office/drawing/2014/main" id="{FC835D02-A0E8-5346-DE23-09C497D78BD1}"/>
              </a:ext>
            </a:extLst>
          </p:cNvPr>
          <p:cNvSpPr>
            <a:spLocks noGrp="1"/>
          </p:cNvSpPr>
          <p:nvPr>
            <p:ph type="sldNum" sz="quarter" idx="12"/>
          </p:nvPr>
        </p:nvSpPr>
        <p:spPr/>
        <p:txBody>
          <a:bodyPr/>
          <a:lstStyle/>
          <a:p>
            <a:fld id="{7DF5BAF5-ABAB-4575-8E56-D109A3D17F9F}" type="slidenum">
              <a:rPr lang="en-US" smtClean="0"/>
              <a:t>‹#›</a:t>
            </a:fld>
            <a:endParaRPr lang="en-US"/>
          </a:p>
        </p:txBody>
      </p:sp>
      <p:cxnSp>
        <p:nvCxnSpPr>
          <p:cNvPr id="4" name="Straight Connector 3">
            <a:extLst>
              <a:ext uri="{FF2B5EF4-FFF2-40B4-BE49-F238E27FC236}">
                <a16:creationId xmlns:a16="http://schemas.microsoft.com/office/drawing/2014/main" id="{C99E3101-0B78-A7AE-A693-73443263EEC8}"/>
              </a:ext>
              <a:ext uri="{C183D7F6-B498-43B3-948B-1728B52AA6E4}">
                <adec:decorative xmlns:adec="http://schemas.microsoft.com/office/drawing/2017/decorative" val="1"/>
              </a:ext>
            </a:extLst>
          </p:cNvPr>
          <p:cNvCxnSpPr>
            <a:cxnSpLocks/>
          </p:cNvCxnSpPr>
          <p:nvPr userDrawn="1"/>
        </p:nvCxnSpPr>
        <p:spPr>
          <a:xfrm>
            <a:off x="-6626" y="496546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67491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7C3FE82-1C77-7EDF-A1CD-DB107F252AE3}"/>
              </a:ext>
            </a:extLst>
          </p:cNvPr>
          <p:cNvSpPr>
            <a:spLocks noGrp="1"/>
          </p:cNvSpPr>
          <p:nvPr>
            <p:ph type="title"/>
          </p:nvPr>
        </p:nvSpPr>
        <p:spPr>
          <a:xfrm>
            <a:off x="1088136" y="1090244"/>
            <a:ext cx="10058400" cy="4021243"/>
          </a:xfrm>
        </p:spPr>
        <p:txBody>
          <a:bodyPr>
            <a:normAutofit/>
          </a:bodyPr>
          <a:lstStyle>
            <a:lvl1pPr>
              <a:defRPr sz="8000"/>
            </a:lvl1pPr>
          </a:lstStyle>
          <a:p>
            <a:r>
              <a:rPr lang="en-US"/>
              <a:t>Click to edit Master 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10/16/2025</a:t>
            </a:fld>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a:p>
        </p:txBody>
      </p:sp>
      <p:cxnSp>
        <p:nvCxnSpPr>
          <p:cNvPr id="7" name="Straight Connector 6">
            <a:extLst>
              <a:ext uri="{FF2B5EF4-FFF2-40B4-BE49-F238E27FC236}">
                <a16:creationId xmlns:a16="http://schemas.microsoft.com/office/drawing/2014/main" id="{F708D0FD-E68E-587F-ED5A-5140B6EE7F7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65DB91C7-3013-1F4E-D55F-37E24A2C6878}"/>
              </a:ext>
            </a:extLst>
          </p:cNvPr>
          <p:cNvSpPr>
            <a:spLocks noGrp="1"/>
          </p:cNvSpPr>
          <p:nvPr>
            <p:ph type="subTitle" idx="1"/>
          </p:nvPr>
        </p:nvSpPr>
        <p:spPr>
          <a:xfrm>
            <a:off x="1088136" y="5360878"/>
            <a:ext cx="10015728" cy="566928"/>
          </a:xfrm>
        </p:spPr>
        <p:txBody>
          <a:bodyPr vert="horz" lIns="91440" tIns="45720" rIns="91440" bIns="45720" rtlCol="0" anchor="b">
            <a:normAutofit/>
          </a:bodyPr>
          <a:lstStyle>
            <a:lvl1pPr marL="0" indent="0" algn="r">
              <a:lnSpc>
                <a:spcPct val="100000"/>
              </a:lnSpc>
              <a:buNone/>
              <a:defRPr lang="en-US" sz="2000" dirty="0"/>
            </a:lvl1pPr>
          </a:lstStyle>
          <a:p>
            <a:pPr lvl="0"/>
            <a:r>
              <a:rPr lang="en-US"/>
              <a:t>Click to edit Master subtitle style</a:t>
            </a:r>
          </a:p>
        </p:txBody>
      </p:sp>
    </p:spTree>
    <p:extLst>
      <p:ext uri="{BB962C8B-B14F-4D97-AF65-F5344CB8AC3E}">
        <p14:creationId xmlns:p14="http://schemas.microsoft.com/office/powerpoint/2010/main" val="392361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708609-7047-A87D-944D-1FAA546F3CE0}"/>
              </a:ext>
            </a:extLst>
          </p:cNvPr>
          <p:cNvSpPr>
            <a:spLocks noGrp="1"/>
          </p:cNvSpPr>
          <p:nvPr>
            <p:ph type="title"/>
          </p:nvPr>
        </p:nvSpPr>
        <p:spPr>
          <a:xfrm>
            <a:off x="82296" y="64007"/>
            <a:ext cx="12015216" cy="5120639"/>
          </a:xfrm>
        </p:spPr>
        <p:txBody>
          <a:bodyPr>
            <a:normAutofit/>
          </a:bodyPr>
          <a:lstStyle>
            <a:lvl1pPr>
              <a:defRPr sz="11500"/>
            </a:lvl1pPr>
          </a:lstStyle>
          <a:p>
            <a:r>
              <a:rPr lang="en-US"/>
              <a:t>Click to edit Master title style</a:t>
            </a:r>
          </a:p>
        </p:txBody>
      </p:sp>
      <p:sp>
        <p:nvSpPr>
          <p:cNvPr id="9" name="Subtitle 2">
            <a:extLst>
              <a:ext uri="{FF2B5EF4-FFF2-40B4-BE49-F238E27FC236}">
                <a16:creationId xmlns:a16="http://schemas.microsoft.com/office/drawing/2014/main" id="{83B55518-9256-4E26-0E87-88DBBA9A4404}"/>
              </a:ext>
            </a:extLst>
          </p:cNvPr>
          <p:cNvSpPr>
            <a:spLocks noGrp="1"/>
          </p:cNvSpPr>
          <p:nvPr>
            <p:ph type="subTitle" idx="1"/>
          </p:nvPr>
        </p:nvSpPr>
        <p:spPr>
          <a:xfrm>
            <a:off x="1088136" y="53481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lvl1pPr>
              <a:defRPr>
                <a:solidFill>
                  <a:schemeClr val="tx1"/>
                </a:solidFill>
              </a:defRPr>
            </a:lvl1pPr>
          </a:lstStyle>
          <a:p>
            <a:fld id="{2ABAD28B-DD56-4B56-883A-96608C765E28}" type="datetimeFigureOut">
              <a:rPr lang="en-US" smtClean="0"/>
              <a:pPr/>
              <a:t>10/16/2025</a:t>
            </a:fld>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lvl1pPr>
              <a:defRPr>
                <a:solidFill>
                  <a:schemeClr val="tx1"/>
                </a:solidFill>
              </a:defRPr>
            </a:lvl1pPr>
          </a:lstStyle>
          <a:p>
            <a:fld id="{7DF5BAF5-ABAB-4575-8E56-D109A3D17F9F}" type="slidenum">
              <a:rPr lang="en-US" smtClean="0"/>
              <a:pPr/>
              <a:t>‹#›</a:t>
            </a:fld>
            <a:endParaRPr lang="en-US"/>
          </a:p>
        </p:txBody>
      </p:sp>
      <p:cxnSp>
        <p:nvCxnSpPr>
          <p:cNvPr id="8" name="Straight Connector 7">
            <a:extLst>
              <a:ext uri="{FF2B5EF4-FFF2-40B4-BE49-F238E27FC236}">
                <a16:creationId xmlns:a16="http://schemas.microsoft.com/office/drawing/2014/main" id="{C64158DF-756B-260C-69DA-D76C163B7274}"/>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86149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6">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697EF66-DC3D-B2CA-7F76-8D8A7ED29968}"/>
              </a:ext>
            </a:extLst>
          </p:cNvPr>
          <p:cNvSpPr>
            <a:spLocks noGrp="1"/>
          </p:cNvSpPr>
          <p:nvPr>
            <p:ph type="title"/>
          </p:nvPr>
        </p:nvSpPr>
        <p:spPr>
          <a:xfrm>
            <a:off x="82296" y="64008"/>
            <a:ext cx="8229600" cy="2621154"/>
          </a:xfrm>
        </p:spPr>
        <p:txBody>
          <a:bodyPr>
            <a:noAutofit/>
          </a:bodyPr>
          <a:lstStyle>
            <a:lvl1pPr>
              <a:defRPr sz="6000"/>
            </a:lvl1pPr>
          </a:lstStyle>
          <a:p>
            <a:r>
              <a:rPr lang="en-US"/>
              <a:t>Click to edit Master title style</a:t>
            </a:r>
          </a:p>
        </p:txBody>
      </p:sp>
      <p:sp>
        <p:nvSpPr>
          <p:cNvPr id="13" name="Subtitle 2">
            <a:extLst>
              <a:ext uri="{FF2B5EF4-FFF2-40B4-BE49-F238E27FC236}">
                <a16:creationId xmlns:a16="http://schemas.microsoft.com/office/drawing/2014/main" id="{0F2A94AC-5C1C-CE45-09E9-C80B1B71FA27}"/>
              </a:ext>
            </a:extLst>
          </p:cNvPr>
          <p:cNvSpPr>
            <a:spLocks noGrp="1"/>
          </p:cNvSpPr>
          <p:nvPr>
            <p:ph type="subTitle" idx="1"/>
          </p:nvPr>
        </p:nvSpPr>
        <p:spPr>
          <a:xfrm>
            <a:off x="3513954" y="4431379"/>
            <a:ext cx="7611246" cy="1465254"/>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10/16/2025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a:extLst>
              <a:ext uri="{FF2B5EF4-FFF2-40B4-BE49-F238E27FC236}">
                <a16:creationId xmlns:a16="http://schemas.microsoft.com/office/drawing/2014/main" id="{C2E6B14D-48CB-3652-5FBF-557B0DB0C006}"/>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1881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userDrawn="1"/>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10/16/2025</a:t>
            </a:fld>
            <a:endParaRPr lang="en-US"/>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smtClean="0"/>
              <a:pPr/>
              <a:t>‹#›</a:t>
            </a:fld>
            <a:endParaRPr lang="en-US"/>
          </a:p>
        </p:txBody>
      </p:sp>
    </p:spTree>
    <p:extLst>
      <p:ext uri="{BB962C8B-B14F-4D97-AF65-F5344CB8AC3E}">
        <p14:creationId xmlns:p14="http://schemas.microsoft.com/office/powerpoint/2010/main" val="19145764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8905" y="284481"/>
            <a:ext cx="4244009" cy="4320310"/>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08905" y="4827642"/>
            <a:ext cx="3916294" cy="1033669"/>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69670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08906" y="6438900"/>
            <a:ext cx="2351783" cy="419100"/>
          </a:xfrm>
        </p:spPr>
        <p:txBody>
          <a:bodyPr/>
          <a:lstStyle/>
          <a:p>
            <a:r>
              <a:rPr lang="en-US"/>
              <a:t>Sample Footer Text</a:t>
            </a:r>
          </a:p>
        </p:txBody>
      </p:sp>
      <p:sp>
        <p:nvSpPr>
          <p:cNvPr id="8" name="Date Placeholder 4">
            <a:extLst>
              <a:ext uri="{FF2B5EF4-FFF2-40B4-BE49-F238E27FC236}">
                <a16:creationId xmlns:a16="http://schemas.microsoft.com/office/drawing/2014/main" id="{80C9AB94-8F6E-3F2E-B012-AADB80E5486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10/16/2025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2BA6CE1C-3B05-36AC-25B7-6050ED0CBE18}"/>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0935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10/16/2025</a:t>
            </a:fld>
            <a:endParaRPr lang="en-US"/>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41739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1055" y="1111101"/>
            <a:ext cx="4179762" cy="3935983"/>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91688" y="5190622"/>
            <a:ext cx="4179762" cy="1095877"/>
          </a:xfrm>
        </p:spPr>
        <p:txBody>
          <a:bodyPr vert="horz" lIns="91440" tIns="45720" rIns="91440" bIns="45720" rtlCol="0" anchor="b">
            <a:normAutofit/>
          </a:bodyPr>
          <a:lstStyle>
            <a:lvl1pPr marL="0" indent="0">
              <a:lnSpc>
                <a:spcPct val="100000"/>
              </a:lnSpc>
              <a:buNone/>
              <a:defRPr lang="en-US" sz="1600" dirty="0"/>
            </a:lvl1pPr>
          </a:lstStyle>
          <a:p>
            <a:pPr lvl="0"/>
            <a:r>
              <a:rPr lang="en-US"/>
              <a:t>Click to edit Master subtitle style</a:t>
            </a:r>
          </a:p>
        </p:txBody>
      </p:sp>
      <p:cxnSp>
        <p:nvCxnSpPr>
          <p:cNvPr id="4" name="Straight Connector 3">
            <a:extLst>
              <a:ext uri="{FF2B5EF4-FFF2-40B4-BE49-F238E27FC236}">
                <a16:creationId xmlns:a16="http://schemas.microsoft.com/office/drawing/2014/main" id="{246DF655-18E5-0F01-A30A-A66220E09345}"/>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4B984BF6-8944-BCD9-907F-19E062A93E04}"/>
              </a:ext>
            </a:extLst>
          </p:cNvPr>
          <p:cNvSpPr>
            <a:spLocks noGrp="1"/>
          </p:cNvSpPr>
          <p:nvPr>
            <p:ph type="ftr" sz="quarter" idx="11"/>
          </p:nvPr>
        </p:nvSpPr>
        <p:spPr>
          <a:xfrm>
            <a:off x="1091689" y="6430037"/>
            <a:ext cx="2604618" cy="419100"/>
          </a:xfrm>
        </p:spPr>
        <p:txBody>
          <a:bodyPr/>
          <a:lstStyle/>
          <a:p>
            <a:r>
              <a:rPr lang="en-US"/>
              <a:t>Sample Footer Text</a:t>
            </a:r>
          </a:p>
        </p:txBody>
      </p:sp>
      <p:sp>
        <p:nvSpPr>
          <p:cNvPr id="6" name="Date Placeholder 4">
            <a:extLst>
              <a:ext uri="{FF2B5EF4-FFF2-40B4-BE49-F238E27FC236}">
                <a16:creationId xmlns:a16="http://schemas.microsoft.com/office/drawing/2014/main" id="{A0A1EB0B-7080-C0FF-A599-2F24CE797B37}"/>
              </a:ext>
            </a:extLst>
          </p:cNvPr>
          <p:cNvSpPr>
            <a:spLocks noGrp="1"/>
          </p:cNvSpPr>
          <p:nvPr>
            <p:ph type="dt" sz="half" idx="15"/>
          </p:nvPr>
        </p:nvSpPr>
        <p:spPr>
          <a:xfrm>
            <a:off x="3786513" y="6430037"/>
            <a:ext cx="864704" cy="419100"/>
          </a:xfrm>
        </p:spPr>
        <p:txBody>
          <a:bodyPr/>
          <a:lstStyle/>
          <a:p>
            <a:fld id="{2ABAD28B-DD56-4B56-883A-96608C765E28}" type="datetimeFigureOut">
              <a:rPr lang="en-US" smtClean="0"/>
              <a:pPr/>
              <a:t>10/16/2025</a:t>
            </a:fld>
            <a:endParaRPr lang="en-US"/>
          </a:p>
        </p:txBody>
      </p:sp>
      <p:sp>
        <p:nvSpPr>
          <p:cNvPr id="10" name="Slide Number Placeholder 5">
            <a:extLst>
              <a:ext uri="{FF2B5EF4-FFF2-40B4-BE49-F238E27FC236}">
                <a16:creationId xmlns:a16="http://schemas.microsoft.com/office/drawing/2014/main" id="{D9E47F5A-D737-9005-3896-E6383830C7E3}"/>
              </a:ext>
            </a:extLst>
          </p:cNvPr>
          <p:cNvSpPr>
            <a:spLocks noGrp="1"/>
          </p:cNvSpPr>
          <p:nvPr>
            <p:ph type="sldNum" sz="quarter" idx="12"/>
          </p:nvPr>
        </p:nvSpPr>
        <p:spPr>
          <a:xfrm>
            <a:off x="4659381" y="6430037"/>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00050" y="0"/>
            <a:ext cx="6691950"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6220620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10/16/2025</a:t>
            </a:fld>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778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10/16/2025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217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10/16/2025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418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587999" y="405240"/>
            <a:ext cx="5916508" cy="1819662"/>
          </a:xfrm>
        </p:spPr>
        <p:txBody>
          <a:bodyPr anchor="b">
            <a:normAutofit/>
          </a:bodyPr>
          <a:lstStyle>
            <a:lvl1pPr>
              <a:defRPr sz="8000"/>
            </a:lvl1pPr>
          </a:lstStyle>
          <a:p>
            <a:r>
              <a:rPr lang="en-US"/>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481119"/>
            <a:ext cx="5916507" cy="3394364"/>
          </a:xfrm>
        </p:spPr>
        <p:txBody>
          <a:bodyPr anchor="b">
            <a:normAutofit/>
          </a:bodyPr>
          <a:lstStyle>
            <a:lvl1pPr marL="457200" indent="-457200">
              <a:lnSpc>
                <a:spcPct val="100000"/>
              </a:lnSpc>
              <a:buFont typeface="+mj-lt"/>
              <a:buAutoNum type="arabicPeriod"/>
              <a:defRPr sz="2000"/>
            </a:lvl1pPr>
            <a:lvl2pPr marL="571500" indent="-3429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AF50F4DE-D5C9-EDEE-A6C1-8053893B18C6}"/>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0E02C9ED-7E7F-43D6-3567-8A7D0DC86025}"/>
              </a:ext>
            </a:extLst>
          </p:cNvPr>
          <p:cNvSpPr>
            <a:spLocks noGrp="1"/>
          </p:cNvSpPr>
          <p:nvPr>
            <p:ph type="ftr" sz="quarter" idx="11"/>
          </p:nvPr>
        </p:nvSpPr>
        <p:spPr>
          <a:xfrm>
            <a:off x="5588000" y="6438900"/>
            <a:ext cx="3972690" cy="419100"/>
          </a:xfrm>
        </p:spPr>
        <p:txBody>
          <a:bodyPr/>
          <a:lstStyle/>
          <a:p>
            <a:r>
              <a:rPr lang="en-US"/>
              <a:t>Sample Footer Text</a:t>
            </a:r>
          </a:p>
        </p:txBody>
      </p:sp>
      <p:sp>
        <p:nvSpPr>
          <p:cNvPr id="13" name="Date Placeholder 4">
            <a:extLst>
              <a:ext uri="{FF2B5EF4-FFF2-40B4-BE49-F238E27FC236}">
                <a16:creationId xmlns:a16="http://schemas.microsoft.com/office/drawing/2014/main" id="{94369780-1787-623B-A3F0-C72DED32992F}"/>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10/16/2025</a:t>
            </a:fld>
            <a:endParaRPr lang="en-US"/>
          </a:p>
        </p:txBody>
      </p:sp>
      <p:sp>
        <p:nvSpPr>
          <p:cNvPr id="14" name="Slide Number Placeholder 5">
            <a:extLst>
              <a:ext uri="{FF2B5EF4-FFF2-40B4-BE49-F238E27FC236}">
                <a16:creationId xmlns:a16="http://schemas.microsoft.com/office/drawing/2014/main" id="{B9B34B61-93E0-16E5-3DE1-0085D9CB4486}"/>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55361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A8E2B0F-68B7-6425-620F-3E3285F51A3E}"/>
              </a:ext>
            </a:extLst>
          </p:cNvPr>
          <p:cNvSpPr>
            <a:spLocks noGrp="1"/>
          </p:cNvSpPr>
          <p:nvPr>
            <p:ph type="title"/>
          </p:nvPr>
        </p:nvSpPr>
        <p:spPr>
          <a:xfrm>
            <a:off x="1088136" y="1090244"/>
            <a:ext cx="4659277" cy="16698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F2BB16B-437E-D6AB-E317-2BE63ABCB1E0}"/>
              </a:ext>
            </a:extLst>
          </p:cNvPr>
          <p:cNvSpPr>
            <a:spLocks noGrp="1"/>
          </p:cNvSpPr>
          <p:nvPr>
            <p:ph sz="quarter" idx="14"/>
          </p:nvPr>
        </p:nvSpPr>
        <p:spPr>
          <a:xfrm>
            <a:off x="6444588" y="1090244"/>
            <a:ext cx="4680612" cy="1670050"/>
          </a:xfrm>
        </p:spPr>
        <p:txBody>
          <a:bodyPr/>
          <a:lstStyle>
            <a:lvl1pPr>
              <a:lnSpc>
                <a:spcPct val="100000"/>
              </a:lnSpc>
              <a:buFontTx/>
              <a:buNone/>
              <a:defRPr baseline="0"/>
            </a:lvl1pPr>
            <a:lvl2pPr marL="228600" indent="0">
              <a:lnSpc>
                <a:spcPct val="100000"/>
              </a:lnSpc>
              <a:buFontTx/>
              <a:buNone/>
              <a:defRPr baseline="0"/>
            </a:lvl2pPr>
            <a:lvl3pPr marL="457200" indent="0">
              <a:lnSpc>
                <a:spcPct val="100000"/>
              </a:lnSpc>
              <a:buFontTx/>
              <a:buNone/>
              <a:defRPr baseline="0"/>
            </a:lvl3pPr>
            <a:lvl4pPr marL="685800" indent="0">
              <a:lnSpc>
                <a:spcPct val="100000"/>
              </a:lnSpc>
              <a:buFontTx/>
              <a:buNone/>
              <a:defRPr baseline="0"/>
            </a:lvl4pPr>
            <a:lvl5pPr marL="914400" indent="0">
              <a:lnSpc>
                <a:spcPct val="100000"/>
              </a:lnSpc>
              <a:buFontTx/>
              <a:buNone/>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10/16/2025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66FBA52A-0B44-31D0-A581-D65241A30F6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413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493858" cy="345689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263141" y="1115290"/>
            <a:ext cx="5862059" cy="346121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10/16/2025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28C9ED00-129A-337D-199B-933973FFF6B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16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10/16/2025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471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5733" y="1119386"/>
            <a:ext cx="3496147" cy="4940661"/>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63418" y="1119386"/>
            <a:ext cx="6242849" cy="4940661"/>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10/16/2025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17C024E-BDA9-596A-880A-BD5A17F5C7F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6072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10/16/2025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4129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10/16/2025</a:t>
            </a:fld>
            <a:endParaRPr lang="en-US"/>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31919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780" y="1111101"/>
            <a:ext cx="6339541" cy="1143000"/>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90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E94E29EC-6D85-E8CA-F571-29C29779804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91F623F8-148C-BF68-DC1B-B1261EF2B177}"/>
              </a:ext>
            </a:extLst>
          </p:cNvPr>
          <p:cNvSpPr>
            <a:spLocks noGrp="1"/>
          </p:cNvSpPr>
          <p:nvPr>
            <p:ph type="ftr" sz="quarter" idx="11"/>
          </p:nvPr>
        </p:nvSpPr>
        <p:spPr>
          <a:xfrm>
            <a:off x="1097781" y="6438900"/>
            <a:ext cx="4775030" cy="419100"/>
          </a:xfrm>
        </p:spPr>
        <p:txBody>
          <a:bodyPr/>
          <a:lstStyle/>
          <a:p>
            <a:r>
              <a:rPr lang="en-US"/>
              <a:t>Sample Footer Text</a:t>
            </a:r>
          </a:p>
        </p:txBody>
      </p:sp>
      <p:sp>
        <p:nvSpPr>
          <p:cNvPr id="5" name="Date Placeholder 4">
            <a:extLst>
              <a:ext uri="{FF2B5EF4-FFF2-40B4-BE49-F238E27FC236}">
                <a16:creationId xmlns:a16="http://schemas.microsoft.com/office/drawing/2014/main" id="{F4339383-0924-E735-8737-2CFD7A1D40E9}"/>
              </a:ext>
            </a:extLst>
          </p:cNvPr>
          <p:cNvSpPr>
            <a:spLocks noGrp="1"/>
          </p:cNvSpPr>
          <p:nvPr>
            <p:ph type="dt" sz="half" idx="15"/>
          </p:nvPr>
        </p:nvSpPr>
        <p:spPr>
          <a:xfrm>
            <a:off x="5963017" y="6438900"/>
            <a:ext cx="864704" cy="419100"/>
          </a:xfrm>
        </p:spPr>
        <p:txBody>
          <a:bodyPr/>
          <a:lstStyle/>
          <a:p>
            <a:fld id="{2ABAD28B-DD56-4B56-883A-96608C765E28}" type="datetimeFigureOut">
              <a:rPr lang="en-US" smtClean="0"/>
              <a:pPr/>
              <a:t>10/16/2025</a:t>
            </a:fld>
            <a:endParaRPr lang="en-US"/>
          </a:p>
        </p:txBody>
      </p:sp>
      <p:sp>
        <p:nvSpPr>
          <p:cNvPr id="6" name="Slide Number Placeholder 5">
            <a:extLst>
              <a:ext uri="{FF2B5EF4-FFF2-40B4-BE49-F238E27FC236}">
                <a16:creationId xmlns:a16="http://schemas.microsoft.com/office/drawing/2014/main" id="{92279924-70A9-325D-5C94-812F304840DB}"/>
              </a:ext>
            </a:extLst>
          </p:cNvPr>
          <p:cNvSpPr>
            <a:spLocks noGrp="1"/>
          </p:cNvSpPr>
          <p:nvPr>
            <p:ph type="sldNum" sz="quarter" idx="12"/>
          </p:nvPr>
        </p:nvSpPr>
        <p:spPr>
          <a:xfrm>
            <a:off x="683588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85414" y="0"/>
            <a:ext cx="4506585"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0498344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10/16/2025</a:t>
            </a:fld>
            <a:endParaRPr lang="en-US"/>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204964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2ABAD28B-DD56-4B56-883A-96608C765E28}" type="datetimeFigureOut">
              <a:rPr lang="en-US" smtClean="0"/>
              <a:pPr/>
              <a:t>10/16/2025</a:t>
            </a:fld>
            <a:endParaRPr lang="en-US"/>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23332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86751" y="1115736"/>
            <a:ext cx="4738450" cy="1283986"/>
          </a:xfrm>
        </p:spPr>
        <p:txBody>
          <a:bodyPr anchor="t">
            <a:normAutofit/>
          </a:bodyPr>
          <a:lstStyle>
            <a:lvl1pPr>
              <a:defRPr sz="3600"/>
            </a:lvl1pPr>
          </a:lstStyle>
          <a:p>
            <a:r>
              <a:rPr lang="en-US"/>
              <a:t>Click to edit Master title style</a:t>
            </a:r>
          </a:p>
        </p:txBody>
      </p:sp>
      <p:sp>
        <p:nvSpPr>
          <p:cNvPr id="9" name="Picture Placeholder 10">
            <a:extLst>
              <a:ext uri="{FF2B5EF4-FFF2-40B4-BE49-F238E27FC236}">
                <a16:creationId xmlns:a16="http://schemas.microsoft.com/office/drawing/2014/main" id="{F01DFFF1-3C5B-AB29-A606-DE5652872224}"/>
              </a:ext>
            </a:extLst>
          </p:cNvPr>
          <p:cNvSpPr>
            <a:spLocks noGrp="1"/>
          </p:cNvSpPr>
          <p:nvPr>
            <p:ph type="pic" sz="quarter" idx="13" hasCustomPrompt="1"/>
          </p:nvPr>
        </p:nvSpPr>
        <p:spPr>
          <a:xfrm>
            <a:off x="0" y="0"/>
            <a:ext cx="6096000"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E2816D63-0E0C-C808-4BF8-6A562C18459A}"/>
              </a:ext>
            </a:extLst>
          </p:cNvPr>
          <p:cNvSpPr>
            <a:spLocks noGrp="1"/>
          </p:cNvSpPr>
          <p:nvPr>
            <p:ph sz="quarter" idx="15"/>
          </p:nvPr>
        </p:nvSpPr>
        <p:spPr>
          <a:xfrm>
            <a:off x="6386751" y="2552124"/>
            <a:ext cx="4738450" cy="3734376"/>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04FCA30A-9E9D-9618-76A9-8B4CFF8E32FB}"/>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536C1912-E3D3-9A9F-E1CD-E0E6FFC247FA}"/>
              </a:ext>
            </a:extLst>
          </p:cNvPr>
          <p:cNvSpPr>
            <a:spLocks noGrp="1"/>
          </p:cNvSpPr>
          <p:nvPr>
            <p:ph type="ftr" sz="quarter" idx="11"/>
          </p:nvPr>
        </p:nvSpPr>
        <p:spPr>
          <a:xfrm>
            <a:off x="6386752" y="6438900"/>
            <a:ext cx="3173938" cy="419100"/>
          </a:xfrm>
        </p:spPr>
        <p:txBody>
          <a:bodyPr/>
          <a:lstStyle/>
          <a:p>
            <a:r>
              <a:rPr lang="en-US"/>
              <a:t>Sample Footer Text</a:t>
            </a:r>
          </a:p>
        </p:txBody>
      </p:sp>
      <p:sp>
        <p:nvSpPr>
          <p:cNvPr id="4" name="Date Placeholder 4">
            <a:extLst>
              <a:ext uri="{FF2B5EF4-FFF2-40B4-BE49-F238E27FC236}">
                <a16:creationId xmlns:a16="http://schemas.microsoft.com/office/drawing/2014/main" id="{8D67CAFB-8059-63E5-52A8-1184092A0F3D}"/>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10/16/2025</a:t>
            </a:fld>
            <a:endParaRPr lang="en-US"/>
          </a:p>
        </p:txBody>
      </p:sp>
      <p:sp>
        <p:nvSpPr>
          <p:cNvPr id="8" name="Slide Number Placeholder 5">
            <a:extLst>
              <a:ext uri="{FF2B5EF4-FFF2-40B4-BE49-F238E27FC236}">
                <a16:creationId xmlns:a16="http://schemas.microsoft.com/office/drawing/2014/main" id="{12D5E22B-CB25-9948-A8AA-BACF7E422F0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82328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a:t>Sample Footer Text</a:t>
            </a: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2ABAD28B-DD56-4B56-883A-96608C765E28}" type="datetimeFigureOut">
              <a:rPr lang="en-US" smtClean="0"/>
              <a:pPr/>
              <a:t>10/16/2025</a:t>
            </a:fld>
            <a:endParaRPr lang="en-US"/>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302217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1355" y="1111101"/>
            <a:ext cx="3813845" cy="1493861"/>
          </a:xfrm>
        </p:spPr>
        <p:txBody>
          <a:bodyPr anchor="t">
            <a:normAutofit/>
          </a:bodyPr>
          <a:lstStyle>
            <a:lvl1pPr>
              <a:defRPr sz="3600"/>
            </a:lvl1pPr>
          </a:lstStyle>
          <a:p>
            <a:r>
              <a:rPr lang="en-US"/>
              <a:t>Click to edit Master title style</a:t>
            </a:r>
          </a:p>
        </p:txBody>
      </p:sp>
      <p:sp>
        <p:nvSpPr>
          <p:cNvPr id="5" name="Picture Placeholder 10">
            <a:extLst>
              <a:ext uri="{FF2B5EF4-FFF2-40B4-BE49-F238E27FC236}">
                <a16:creationId xmlns:a16="http://schemas.microsoft.com/office/drawing/2014/main" id="{F6B569F2-50A1-6E37-5081-6843927083F0}"/>
              </a:ext>
            </a:extLst>
          </p:cNvPr>
          <p:cNvSpPr>
            <a:spLocks noGrp="1"/>
          </p:cNvSpPr>
          <p:nvPr>
            <p:ph type="pic" sz="quarter" idx="13" hasCustomPrompt="1"/>
          </p:nvPr>
        </p:nvSpPr>
        <p:spPr>
          <a:xfrm>
            <a:off x="12192" y="0"/>
            <a:ext cx="6999768"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7" name="Content Placeholder 7">
            <a:extLst>
              <a:ext uri="{FF2B5EF4-FFF2-40B4-BE49-F238E27FC236}">
                <a16:creationId xmlns:a16="http://schemas.microsoft.com/office/drawing/2014/main" id="{7B790101-D67D-E697-E691-37D8E802AC85}"/>
              </a:ext>
            </a:extLst>
          </p:cNvPr>
          <p:cNvSpPr>
            <a:spLocks noGrp="1"/>
          </p:cNvSpPr>
          <p:nvPr>
            <p:ph sz="quarter" idx="18"/>
          </p:nvPr>
        </p:nvSpPr>
        <p:spPr>
          <a:xfrm>
            <a:off x="7311355"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84F1FBBF-D97E-831B-C809-27FFA216026F}"/>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456D6AD1-4AB5-D3E4-10D2-9E53DB2CC8EA}"/>
              </a:ext>
            </a:extLst>
          </p:cNvPr>
          <p:cNvSpPr>
            <a:spLocks noGrp="1"/>
          </p:cNvSpPr>
          <p:nvPr>
            <p:ph type="ftr" sz="quarter" idx="11"/>
          </p:nvPr>
        </p:nvSpPr>
        <p:spPr>
          <a:xfrm>
            <a:off x="7311355" y="6438900"/>
            <a:ext cx="2249334" cy="419100"/>
          </a:xfrm>
        </p:spPr>
        <p:txBody>
          <a:bodyPr/>
          <a:lstStyle/>
          <a:p>
            <a:r>
              <a:rPr lang="en-US"/>
              <a:t>Sample Footer Text</a:t>
            </a:r>
          </a:p>
        </p:txBody>
      </p:sp>
      <p:sp>
        <p:nvSpPr>
          <p:cNvPr id="8" name="Date Placeholder 4">
            <a:extLst>
              <a:ext uri="{FF2B5EF4-FFF2-40B4-BE49-F238E27FC236}">
                <a16:creationId xmlns:a16="http://schemas.microsoft.com/office/drawing/2014/main" id="{9760FBEC-EA46-6A15-284D-4BBD1E04A1B4}"/>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10/16/2025</a:t>
            </a:fld>
            <a:endParaRPr lang="en-US"/>
          </a:p>
        </p:txBody>
      </p:sp>
      <p:sp>
        <p:nvSpPr>
          <p:cNvPr id="11" name="Slide Number Placeholder 5">
            <a:extLst>
              <a:ext uri="{FF2B5EF4-FFF2-40B4-BE49-F238E27FC236}">
                <a16:creationId xmlns:a16="http://schemas.microsoft.com/office/drawing/2014/main" id="{919DC249-6449-71C0-F0A2-E5A28E550CB0}"/>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39722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10/16/2025</a:t>
            </a:fld>
            <a:endParaRPr lang="en-US"/>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170458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a:t>Sample Footer Text</a:t>
            </a: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10/16/2025</a:t>
            </a:fld>
            <a:endParaRPr lang="en-US"/>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379109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1746" y="1112431"/>
            <a:ext cx="3230992" cy="1858941"/>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092741"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C26608-3419-7FD3-1CD3-EB1EF597746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2FF5E252-7CD5-70EF-A3E5-C079B418EA8A}"/>
              </a:ext>
            </a:extLst>
          </p:cNvPr>
          <p:cNvSpPr>
            <a:spLocks noGrp="1"/>
          </p:cNvSpPr>
          <p:nvPr>
            <p:ph type="ftr" sz="quarter" idx="11"/>
          </p:nvPr>
        </p:nvSpPr>
        <p:spPr>
          <a:xfrm>
            <a:off x="1091746" y="6438900"/>
            <a:ext cx="1656002" cy="419100"/>
          </a:xfrm>
        </p:spPr>
        <p:txBody>
          <a:bodyPr/>
          <a:lstStyle/>
          <a:p>
            <a:r>
              <a:rPr lang="en-US"/>
              <a:t>Sample Footer Text</a:t>
            </a:r>
          </a:p>
        </p:txBody>
      </p:sp>
      <p:sp>
        <p:nvSpPr>
          <p:cNvPr id="9" name="Date Placeholder 4">
            <a:extLst>
              <a:ext uri="{FF2B5EF4-FFF2-40B4-BE49-F238E27FC236}">
                <a16:creationId xmlns:a16="http://schemas.microsoft.com/office/drawing/2014/main" id="{7204A7B0-14BD-7B7E-62AF-3685F9B4BFEF}"/>
              </a:ext>
            </a:extLst>
          </p:cNvPr>
          <p:cNvSpPr>
            <a:spLocks noGrp="1"/>
          </p:cNvSpPr>
          <p:nvPr>
            <p:ph type="dt" sz="half" idx="15"/>
          </p:nvPr>
        </p:nvSpPr>
        <p:spPr>
          <a:xfrm>
            <a:off x="2837954" y="6438900"/>
            <a:ext cx="864704" cy="419100"/>
          </a:xfrm>
        </p:spPr>
        <p:txBody>
          <a:bodyPr/>
          <a:lstStyle/>
          <a:p>
            <a:fld id="{2ABAD28B-DD56-4B56-883A-96608C765E28}" type="datetimeFigureOut">
              <a:rPr lang="en-US" smtClean="0"/>
              <a:pPr/>
              <a:t>10/16/2025</a:t>
            </a:fld>
            <a:endParaRPr lang="en-US"/>
          </a:p>
        </p:txBody>
      </p:sp>
      <p:sp>
        <p:nvSpPr>
          <p:cNvPr id="11" name="Slide Number Placeholder 5">
            <a:extLst>
              <a:ext uri="{FF2B5EF4-FFF2-40B4-BE49-F238E27FC236}">
                <a16:creationId xmlns:a16="http://schemas.microsoft.com/office/drawing/2014/main" id="{33A8D2A5-F36B-C5DD-6ABC-6D69A63EFD3E}"/>
              </a:ext>
            </a:extLst>
          </p:cNvPr>
          <p:cNvSpPr>
            <a:spLocks noGrp="1"/>
          </p:cNvSpPr>
          <p:nvPr>
            <p:ph type="sldNum" sz="quarter" idx="12"/>
          </p:nvPr>
        </p:nvSpPr>
        <p:spPr>
          <a:xfrm>
            <a:off x="3710822" y="6438900"/>
            <a:ext cx="601436" cy="419100"/>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710223"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4492067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03132" y="4454843"/>
            <a:ext cx="2734129" cy="1988825"/>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6911"/>
            <a:ext cx="12192000" cy="413645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36199" y="4454843"/>
            <a:ext cx="7579766" cy="198882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CCF35F03-6B82-7805-3568-C459D0906B68}"/>
              </a:ext>
              <a:ext uri="{C183D7F6-B498-43B3-948B-1728B52AA6E4}">
                <adec:decorative xmlns:adec="http://schemas.microsoft.com/office/drawing/2017/decorative" val="1"/>
              </a:ext>
            </a:extLst>
          </p:cNvPr>
          <p:cNvCxnSpPr>
            <a:cxnSpLocks/>
          </p:cNvCxnSpPr>
          <p:nvPr userDrawn="1"/>
        </p:nvCxnSpPr>
        <p:spPr>
          <a:xfrm>
            <a:off x="0" y="456943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566ECED-4F66-9F69-9550-8AEE33E69132}"/>
              </a:ext>
            </a:extLst>
          </p:cNvPr>
          <p:cNvSpPr>
            <a:spLocks noGrp="1"/>
          </p:cNvSpPr>
          <p:nvPr>
            <p:ph type="dt" sz="half" idx="15"/>
          </p:nvPr>
        </p:nvSpPr>
        <p:spPr/>
        <p:txBody>
          <a:bodyPr/>
          <a:lstStyle/>
          <a:p>
            <a:fld id="{2ABAD28B-DD56-4B56-883A-96608C765E28}" type="datetimeFigureOut">
              <a:rPr lang="en-US" smtClean="0"/>
              <a:pPr/>
              <a:t>10/16/2025</a:t>
            </a:fld>
            <a:endParaRPr lang="en-US"/>
          </a:p>
        </p:txBody>
      </p:sp>
      <p:sp>
        <p:nvSpPr>
          <p:cNvPr id="9" name="Footer Placeholder 8">
            <a:extLst>
              <a:ext uri="{FF2B5EF4-FFF2-40B4-BE49-F238E27FC236}">
                <a16:creationId xmlns:a16="http://schemas.microsoft.com/office/drawing/2014/main" id="{71D64763-04B8-333B-5679-3D29011ED739}"/>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C6F9DBBC-106A-8C73-CFE2-A01128FF9A72}"/>
              </a:ext>
            </a:extLst>
          </p:cNvPr>
          <p:cNvSpPr>
            <a:spLocks noGrp="1"/>
          </p:cNvSpPr>
          <p:nvPr>
            <p:ph type="sldNum" sz="quarter" idx="17"/>
          </p:nvPr>
        </p:nvSpPr>
        <p:spPr/>
        <p:txBody>
          <a:bodyPr/>
          <a:lstStyle/>
          <a:p>
            <a:fld id="{7DF5BAF5-ABAB-4575-8E56-D109A3D17F9F}" type="slidenum">
              <a:rPr lang="en-US" smtClean="0"/>
              <a:pPr/>
              <a:t>‹#›</a:t>
            </a:fld>
            <a:endParaRPr lang="en-US"/>
          </a:p>
        </p:txBody>
      </p:sp>
    </p:spTree>
    <p:extLst>
      <p:ext uri="{BB962C8B-B14F-4D97-AF65-F5344CB8AC3E}">
        <p14:creationId xmlns:p14="http://schemas.microsoft.com/office/powerpoint/2010/main" val="33103244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userDrawn="1"/>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smtClean="0"/>
              <a:pPr/>
              <a:t>10/16/2025</a:t>
            </a:fld>
            <a:endParaRPr lang="en-US"/>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smtClean="0"/>
              <a:pPr/>
              <a:t>‹#›</a:t>
            </a:fld>
            <a:endParaRPr lang="en-US"/>
          </a:p>
        </p:txBody>
      </p:sp>
    </p:spTree>
    <p:extLst>
      <p:ext uri="{BB962C8B-B14F-4D97-AF65-F5344CB8AC3E}">
        <p14:creationId xmlns:p14="http://schemas.microsoft.com/office/powerpoint/2010/main" val="3555388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305" y="1111141"/>
            <a:ext cx="3021873" cy="1926781"/>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4288" y="1033272"/>
            <a:ext cx="7188111" cy="2395728"/>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EACFAF5-0970-68B5-D05E-9879C8497D82}"/>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B78A30E2-3F57-8F47-602F-5C2276719499}"/>
              </a:ext>
            </a:extLst>
          </p:cNvPr>
          <p:cNvSpPr>
            <a:spLocks noGrp="1"/>
          </p:cNvSpPr>
          <p:nvPr>
            <p:ph type="ftr" sz="quarter" idx="16"/>
          </p:nvPr>
        </p:nvSpPr>
        <p:spPr>
          <a:xfrm>
            <a:off x="1088136" y="3498930"/>
            <a:ext cx="8562760" cy="419100"/>
          </a:xfrm>
        </p:spPr>
        <p:txBody>
          <a:bodyPr/>
          <a:lstStyle/>
          <a:p>
            <a:endParaRPr lang="en-US"/>
          </a:p>
        </p:txBody>
      </p:sp>
      <p:sp>
        <p:nvSpPr>
          <p:cNvPr id="3" name="Date Placeholder 2">
            <a:extLst>
              <a:ext uri="{FF2B5EF4-FFF2-40B4-BE49-F238E27FC236}">
                <a16:creationId xmlns:a16="http://schemas.microsoft.com/office/drawing/2014/main" id="{CAC29AEB-6392-7627-D3BB-B1FE7ADEE113}"/>
              </a:ext>
            </a:extLst>
          </p:cNvPr>
          <p:cNvSpPr>
            <a:spLocks noGrp="1"/>
          </p:cNvSpPr>
          <p:nvPr>
            <p:ph type="dt" sz="half" idx="15"/>
          </p:nvPr>
        </p:nvSpPr>
        <p:spPr>
          <a:xfrm>
            <a:off x="9650896" y="3498930"/>
            <a:ext cx="864704" cy="419100"/>
          </a:xfrm>
        </p:spPr>
        <p:txBody>
          <a:bodyPr/>
          <a:lstStyle/>
          <a:p>
            <a:fld id="{2ABAD28B-DD56-4B56-883A-96608C765E28}" type="datetimeFigureOut">
              <a:rPr lang="en-US" smtClean="0"/>
              <a:pPr/>
              <a:t>10/16/2025</a:t>
            </a:fld>
            <a:endParaRPr lang="en-US"/>
          </a:p>
        </p:txBody>
      </p:sp>
      <p:sp>
        <p:nvSpPr>
          <p:cNvPr id="11" name="Slide Number Placeholder 10">
            <a:extLst>
              <a:ext uri="{FF2B5EF4-FFF2-40B4-BE49-F238E27FC236}">
                <a16:creationId xmlns:a16="http://schemas.microsoft.com/office/drawing/2014/main" id="{B5316922-C670-FE33-CD5C-8173F749255B}"/>
              </a:ext>
            </a:extLst>
          </p:cNvPr>
          <p:cNvSpPr>
            <a:spLocks noGrp="1"/>
          </p:cNvSpPr>
          <p:nvPr>
            <p:ph type="sldNum" sz="quarter" idx="17"/>
          </p:nvPr>
        </p:nvSpPr>
        <p:spPr>
          <a:xfrm>
            <a:off x="10523764" y="3498930"/>
            <a:ext cx="601436" cy="419100"/>
          </a:xfrm>
        </p:spPr>
        <p:txBody>
          <a:bodyPr/>
          <a:lstStyle/>
          <a:p>
            <a:fld id="{7DF5BAF5-ABAB-4575-8E56-D109A3D17F9F}" type="slidenum">
              <a:rPr lang="en-US" smtClean="0"/>
              <a:pPr/>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914863"/>
            <a:ext cx="12192000" cy="2943138"/>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957450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8DD8E17-974D-2F0F-D2EF-4321ADF69D7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p>
        </p:txBody>
      </p:sp>
      <p:sp>
        <p:nvSpPr>
          <p:cNvPr id="5" name="Content Placeholder 7">
            <a:extLst>
              <a:ext uri="{FF2B5EF4-FFF2-40B4-BE49-F238E27FC236}">
                <a16:creationId xmlns:a16="http://schemas.microsoft.com/office/drawing/2014/main" id="{B30C58BE-F380-22BA-CA7C-FB2B96D78536}"/>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BF998679-00B4-E130-BD79-0313E0E76C5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71E0CB0C-BB20-9ACF-5731-283BD5D232EC}"/>
              </a:ext>
            </a:extLst>
          </p:cNvPr>
          <p:cNvSpPr>
            <a:spLocks noGrp="1"/>
          </p:cNvSpPr>
          <p:nvPr>
            <p:ph type="ftr" sz="quarter" idx="11"/>
          </p:nvPr>
        </p:nvSpPr>
        <p:spPr>
          <a:xfrm>
            <a:off x="1090941" y="6438900"/>
            <a:ext cx="3312004" cy="419100"/>
          </a:xfrm>
        </p:spPr>
        <p:txBody>
          <a:bodyPr/>
          <a:lstStyle/>
          <a:p>
            <a:r>
              <a:rPr lang="en-US"/>
              <a:t>Sample Footer Text</a:t>
            </a:r>
          </a:p>
        </p:txBody>
      </p:sp>
      <p:sp>
        <p:nvSpPr>
          <p:cNvPr id="3" name="Date Placeholder 4">
            <a:extLst>
              <a:ext uri="{FF2B5EF4-FFF2-40B4-BE49-F238E27FC236}">
                <a16:creationId xmlns:a16="http://schemas.microsoft.com/office/drawing/2014/main" id="{17475061-2831-1993-95F3-3031A57F1454}"/>
              </a:ext>
            </a:extLst>
          </p:cNvPr>
          <p:cNvSpPr>
            <a:spLocks noGrp="1"/>
          </p:cNvSpPr>
          <p:nvPr>
            <p:ph type="dt" sz="half" idx="15"/>
          </p:nvPr>
        </p:nvSpPr>
        <p:spPr>
          <a:xfrm>
            <a:off x="4493151" y="6438900"/>
            <a:ext cx="864704" cy="419100"/>
          </a:xfrm>
        </p:spPr>
        <p:txBody>
          <a:bodyPr/>
          <a:lstStyle/>
          <a:p>
            <a:fld id="{2ABAD28B-DD56-4B56-883A-96608C765E28}" type="datetimeFigureOut">
              <a:rPr lang="en-US" smtClean="0"/>
              <a:pPr/>
              <a:t>10/16/2025</a:t>
            </a:fld>
            <a:endParaRPr lang="en-US"/>
          </a:p>
        </p:txBody>
      </p:sp>
      <p:sp>
        <p:nvSpPr>
          <p:cNvPr id="7" name="Slide Number Placeholder 5">
            <a:extLst>
              <a:ext uri="{FF2B5EF4-FFF2-40B4-BE49-F238E27FC236}">
                <a16:creationId xmlns:a16="http://schemas.microsoft.com/office/drawing/2014/main" id="{AA14588C-2112-9C19-7A4F-9706756316DE}"/>
              </a:ext>
            </a:extLst>
          </p:cNvPr>
          <p:cNvSpPr>
            <a:spLocks noGrp="1"/>
          </p:cNvSpPr>
          <p:nvPr>
            <p:ph type="sldNum" sz="quarter" idx="12"/>
          </p:nvPr>
        </p:nvSpPr>
        <p:spPr>
          <a:xfrm>
            <a:off x="5366019" y="6438900"/>
            <a:ext cx="601436" cy="419100"/>
          </a:xfrm>
        </p:spPr>
        <p:txBody>
          <a:bodyPr/>
          <a:lstStyle/>
          <a:p>
            <a:fld id="{AEAA3239-9EA4-4A65-A281-97F994456D9F}" type="slidenum">
              <a:rPr lang="en-US" smtClean="0"/>
              <a:t>‹#›</a:t>
            </a:fld>
            <a:endParaRPr lang="en-US"/>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6096000" y="2286008"/>
            <a:ext cx="6096000" cy="457199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32422115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C7A501-810E-43B8-6142-56CF2DD390A0}"/>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p>
        </p:txBody>
      </p:sp>
      <p:sp>
        <p:nvSpPr>
          <p:cNvPr id="11" name="Content Placeholder 7">
            <a:extLst>
              <a:ext uri="{FF2B5EF4-FFF2-40B4-BE49-F238E27FC236}">
                <a16:creationId xmlns:a16="http://schemas.microsoft.com/office/drawing/2014/main" id="{FFBA175C-D562-25E3-032D-477540223664}"/>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5">
            <a:extLst>
              <a:ext uri="{FF2B5EF4-FFF2-40B4-BE49-F238E27FC236}">
                <a16:creationId xmlns:a16="http://schemas.microsoft.com/office/drawing/2014/main" id="{66CA4FE8-A575-44AF-2D37-5A551B6953FD}"/>
              </a:ext>
            </a:extLst>
          </p:cNvPr>
          <p:cNvSpPr>
            <a:spLocks noGrp="1"/>
          </p:cNvSpPr>
          <p:nvPr>
            <p:ph type="pic" sz="quarter" idx="13" hasCustomPrompt="1"/>
          </p:nvPr>
        </p:nvSpPr>
        <p:spPr>
          <a:xfrm>
            <a:off x="6096000" y="2286008"/>
            <a:ext cx="5472260" cy="403396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cxnSp>
        <p:nvCxnSpPr>
          <p:cNvPr id="13" name="Straight Connector 12">
            <a:extLst>
              <a:ext uri="{FF2B5EF4-FFF2-40B4-BE49-F238E27FC236}">
                <a16:creationId xmlns:a16="http://schemas.microsoft.com/office/drawing/2014/main" id="{162FC458-AD46-D16B-DA22-2B3ED9D3A2B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7BA7B643-7883-8028-6ECF-5692E3171384}"/>
              </a:ext>
            </a:extLst>
          </p:cNvPr>
          <p:cNvSpPr>
            <a:spLocks noGrp="1"/>
          </p:cNvSpPr>
          <p:nvPr>
            <p:ph type="dt" sz="half" idx="15"/>
          </p:nvPr>
        </p:nvSpPr>
        <p:spPr/>
        <p:txBody>
          <a:bodyPr/>
          <a:lstStyle/>
          <a:p>
            <a:fld id="{2ABAD28B-DD56-4B56-883A-96608C765E28}" type="datetimeFigureOut">
              <a:rPr lang="en-US" smtClean="0"/>
              <a:pPr/>
              <a:t>10/16/2025</a:t>
            </a:fld>
            <a:endParaRPr lang="en-US"/>
          </a:p>
        </p:txBody>
      </p:sp>
      <p:sp>
        <p:nvSpPr>
          <p:cNvPr id="3" name="Footer Placeholder 2">
            <a:extLst>
              <a:ext uri="{FF2B5EF4-FFF2-40B4-BE49-F238E27FC236}">
                <a16:creationId xmlns:a16="http://schemas.microsoft.com/office/drawing/2014/main" id="{C0881F55-F029-7591-FDF9-168F3C85A65B}"/>
              </a:ext>
            </a:extLst>
          </p:cNvPr>
          <p:cNvSpPr>
            <a:spLocks noGrp="1"/>
          </p:cNvSpPr>
          <p:nvPr>
            <p:ph type="ftr" sz="quarter" idx="16"/>
          </p:nvPr>
        </p:nvSpPr>
        <p:spPr/>
        <p:txBody>
          <a:bodyPr/>
          <a:lstStyle/>
          <a:p>
            <a:endParaRPr lang="en-US"/>
          </a:p>
        </p:txBody>
      </p:sp>
      <p:sp>
        <p:nvSpPr>
          <p:cNvPr id="6" name="Slide Number Placeholder 5">
            <a:extLst>
              <a:ext uri="{FF2B5EF4-FFF2-40B4-BE49-F238E27FC236}">
                <a16:creationId xmlns:a16="http://schemas.microsoft.com/office/drawing/2014/main" id="{2BD88C49-7B47-A791-77EE-3E97DBBC9AC1}"/>
              </a:ext>
            </a:extLst>
          </p:cNvPr>
          <p:cNvSpPr>
            <a:spLocks noGrp="1"/>
          </p:cNvSpPr>
          <p:nvPr>
            <p:ph type="sldNum" sz="quarter" idx="17"/>
          </p:nvPr>
        </p:nvSpPr>
        <p:spPr/>
        <p:txBody>
          <a:bodyPr/>
          <a:lstStyle/>
          <a:p>
            <a:fld id="{7DF5BAF5-ABAB-4575-8E56-D109A3D17F9F}" type="slidenum">
              <a:rPr lang="en-US" smtClean="0"/>
              <a:pPr/>
              <a:t>‹#›</a:t>
            </a:fld>
            <a:endParaRPr lang="en-US"/>
          </a:p>
        </p:txBody>
      </p:sp>
    </p:spTree>
    <p:extLst>
      <p:ext uri="{BB962C8B-B14F-4D97-AF65-F5344CB8AC3E}">
        <p14:creationId xmlns:p14="http://schemas.microsoft.com/office/powerpoint/2010/main" val="20287247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smtClean="0"/>
              <a:pPr/>
              <a:t>10/16/2025</a:t>
            </a:fld>
            <a:endParaRPr lang="en-US"/>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smtClean="0"/>
              <a:pPr/>
              <a:t>‹#›</a:t>
            </a:fld>
            <a:endParaRPr lang="en-US"/>
          </a:p>
        </p:txBody>
      </p:sp>
    </p:spTree>
    <p:extLst>
      <p:ext uri="{BB962C8B-B14F-4D97-AF65-F5344CB8AC3E}">
        <p14:creationId xmlns:p14="http://schemas.microsoft.com/office/powerpoint/2010/main" val="42040837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735FAB-6C69-9305-A8CD-D9A2ADB4CBD4}"/>
              </a:ext>
            </a:extLst>
          </p:cNvPr>
          <p:cNvSpPr>
            <a:spLocks noGrp="1"/>
          </p:cNvSpPr>
          <p:nvPr>
            <p:ph type="title"/>
          </p:nvPr>
        </p:nvSpPr>
        <p:spPr>
          <a:xfrm>
            <a:off x="1090940" y="1120990"/>
            <a:ext cx="4194291" cy="1505157"/>
          </a:xfrm>
        </p:spPr>
        <p:txBody>
          <a:bodyPr anchor="t">
            <a:noAutofit/>
          </a:bodyPr>
          <a:lstStyle>
            <a:lvl1pPr>
              <a:defRPr sz="3600"/>
            </a:lvl1pPr>
          </a:lstStyle>
          <a:p>
            <a:r>
              <a:rPr lang="en-US"/>
              <a:t>Click to edit Master title style</a:t>
            </a:r>
          </a:p>
        </p:txBody>
      </p:sp>
      <p:sp>
        <p:nvSpPr>
          <p:cNvPr id="9" name="Picture Placeholder 10">
            <a:extLst>
              <a:ext uri="{FF2B5EF4-FFF2-40B4-BE49-F238E27FC236}">
                <a16:creationId xmlns:a16="http://schemas.microsoft.com/office/drawing/2014/main" id="{0C28B273-3A6A-8E26-2D29-29957F83B5B4}"/>
              </a:ext>
            </a:extLst>
          </p:cNvPr>
          <p:cNvSpPr>
            <a:spLocks noGrp="1"/>
          </p:cNvSpPr>
          <p:nvPr>
            <p:ph type="pic" sz="quarter" idx="15" hasCustomPrompt="1"/>
          </p:nvPr>
        </p:nvSpPr>
        <p:spPr>
          <a:xfrm>
            <a:off x="1181100" y="2840181"/>
            <a:ext cx="4104132" cy="344631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2" name="Content Placeholder 7">
            <a:extLst>
              <a:ext uri="{FF2B5EF4-FFF2-40B4-BE49-F238E27FC236}">
                <a16:creationId xmlns:a16="http://schemas.microsoft.com/office/drawing/2014/main" id="{263ECDE9-389D-5CB3-FE9B-8EFC501599B5}"/>
              </a:ext>
            </a:extLst>
          </p:cNvPr>
          <p:cNvSpPr>
            <a:spLocks noGrp="1"/>
          </p:cNvSpPr>
          <p:nvPr>
            <p:ph sz="quarter" idx="16"/>
          </p:nvPr>
        </p:nvSpPr>
        <p:spPr>
          <a:xfrm>
            <a:off x="5571977" y="1120989"/>
            <a:ext cx="6143988" cy="516551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10/16/2025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13" name="Straight Connector 12">
            <a:extLst>
              <a:ext uri="{FF2B5EF4-FFF2-40B4-BE49-F238E27FC236}">
                <a16:creationId xmlns:a16="http://schemas.microsoft.com/office/drawing/2014/main" id="{756A3193-AC76-4E78-CD10-F173CED7D4E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8189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8">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10/16/2025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5145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10/16/2025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848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2">
    <p:bg>
      <p:bgPr>
        <a:solidFill>
          <a:schemeClr val="tx1"/>
        </a:solidFill>
        <a:effectLst/>
      </p:bgPr>
    </p:bg>
    <p:spTree>
      <p:nvGrpSpPr>
        <p:cNvPr id="1" name=""/>
        <p:cNvGrpSpPr/>
        <p:nvPr/>
      </p:nvGrpSpPr>
      <p:grpSpPr>
        <a:xfrm>
          <a:off x="0" y="0"/>
          <a:ext cx="0" cy="0"/>
          <a:chOff x="0" y="0"/>
          <a:chExt cx="0" cy="0"/>
        </a:xfrm>
      </p:grpSpPr>
      <p:sp>
        <p:nvSpPr>
          <p:cNvPr id="8" name="Title 10">
            <a:extLst>
              <a:ext uri="{FF2B5EF4-FFF2-40B4-BE49-F238E27FC236}">
                <a16:creationId xmlns:a16="http://schemas.microsoft.com/office/drawing/2014/main" id="{B6AA5ABE-1DAA-140F-061D-F98431F5FB12}"/>
              </a:ext>
            </a:extLst>
          </p:cNvPr>
          <p:cNvSpPr>
            <a:spLocks noGrp="1"/>
          </p:cNvSpPr>
          <p:nvPr>
            <p:ph type="title"/>
          </p:nvPr>
        </p:nvSpPr>
        <p:spPr>
          <a:xfrm>
            <a:off x="2377440" y="4809744"/>
            <a:ext cx="7525512" cy="1545336"/>
          </a:xfrm>
        </p:spPr>
        <p:txBody>
          <a:bodyPr anchor="t">
            <a:normAutofit/>
          </a:bodyPr>
          <a:lstStyle>
            <a:lvl1pPr algn="ctr">
              <a:defRPr sz="2000" b="0" cap="none" baseline="0">
                <a:solidFill>
                  <a:schemeClr val="bg1"/>
                </a:solidFill>
              </a:defRPr>
            </a:lvl1pPr>
          </a:lstStyle>
          <a:p>
            <a:r>
              <a:rPr lang="en-US"/>
              <a:t>Click to edit Master title style</a:t>
            </a:r>
          </a:p>
        </p:txBody>
      </p:sp>
      <p:sp>
        <p:nvSpPr>
          <p:cNvPr id="7" name="Content Placeholder 9">
            <a:extLst>
              <a:ext uri="{FF2B5EF4-FFF2-40B4-BE49-F238E27FC236}">
                <a16:creationId xmlns:a16="http://schemas.microsoft.com/office/drawing/2014/main" id="{C37BF13F-F73B-BAD2-4508-876DA49EFA61}"/>
              </a:ext>
            </a:extLst>
          </p:cNvPr>
          <p:cNvSpPr>
            <a:spLocks noGrp="1"/>
          </p:cNvSpPr>
          <p:nvPr>
            <p:ph sz="quarter" idx="13" hasCustomPrompt="1"/>
          </p:nvPr>
        </p:nvSpPr>
        <p:spPr>
          <a:xfrm>
            <a:off x="822960" y="603504"/>
            <a:ext cx="10543032" cy="4206240"/>
          </a:xfrm>
        </p:spPr>
        <p:txBody>
          <a:bodyPr anchor="b">
            <a:noAutofit/>
          </a:bodyPr>
          <a:lstStyle>
            <a:lvl1pPr algn="ctr">
              <a:lnSpc>
                <a:spcPct val="85000"/>
              </a:lnSpc>
              <a:defRPr sz="23200" b="1">
                <a:solidFill>
                  <a:schemeClr val="bg1"/>
                </a:solidFill>
              </a:defRPr>
            </a:lvl1pPr>
          </a:lstStyle>
          <a:p>
            <a:pPr lvl="0"/>
            <a:r>
              <a:rPr lang="en-US"/>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C77A7CDD-9512-40CC-9351-FC0DE186CFBD}" type="datetime1">
              <a:rPr lang="en-US" smtClean="0"/>
              <a:pPr/>
              <a:t>10/16/2025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1066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2BF491B-1AFE-7CD8-0B38-954C4D0021E7}"/>
              </a:ext>
            </a:extLst>
          </p:cNvPr>
          <p:cNvSpPr>
            <a:spLocks noGrp="1"/>
          </p:cNvSpPr>
          <p:nvPr>
            <p:ph type="title"/>
          </p:nvPr>
        </p:nvSpPr>
        <p:spPr>
          <a:xfrm>
            <a:off x="1088136" y="4297680"/>
            <a:ext cx="7525512" cy="1545336"/>
          </a:xfrm>
        </p:spPr>
        <p:txBody>
          <a:bodyPr anchor="b">
            <a:normAutofit/>
          </a:bodyPr>
          <a:lstStyle>
            <a:lvl1pPr>
              <a:defRPr sz="2000" b="0" cap="none" baseline="0"/>
            </a:lvl1pPr>
          </a:lstStyle>
          <a:p>
            <a:r>
              <a:rPr lang="en-US"/>
              <a:t>Click to edit Master title style</a:t>
            </a:r>
          </a:p>
        </p:txBody>
      </p:sp>
      <p:sp>
        <p:nvSpPr>
          <p:cNvPr id="8" name="Content Placeholder 9">
            <a:extLst>
              <a:ext uri="{FF2B5EF4-FFF2-40B4-BE49-F238E27FC236}">
                <a16:creationId xmlns:a16="http://schemas.microsoft.com/office/drawing/2014/main" id="{52FCE1AA-B772-B201-9710-EF4E78417EBA}"/>
              </a:ext>
            </a:extLst>
          </p:cNvPr>
          <p:cNvSpPr>
            <a:spLocks noGrp="1"/>
          </p:cNvSpPr>
          <p:nvPr>
            <p:ph sz="quarter" idx="13" hasCustomPrompt="1"/>
          </p:nvPr>
        </p:nvSpPr>
        <p:spPr>
          <a:xfrm>
            <a:off x="1002790" y="417576"/>
            <a:ext cx="10713173" cy="3706364"/>
          </a:xfrm>
        </p:spPr>
        <p:txBody>
          <a:bodyPr anchor="b">
            <a:noAutofit/>
          </a:bodyPr>
          <a:lstStyle>
            <a:lvl1pPr>
              <a:lnSpc>
                <a:spcPct val="85000"/>
              </a:lnSpc>
              <a:defRPr sz="23200" b="1">
                <a:solidFill>
                  <a:schemeClr val="tx1"/>
                </a:solidFill>
              </a:defRPr>
            </a:lvl1pPr>
          </a:lstStyle>
          <a:p>
            <a:pPr lvl="0"/>
            <a:r>
              <a:rPr lang="en-US"/>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10/16/2025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0" name="Straight Connector 9">
            <a:extLst>
              <a:ext uri="{FF2B5EF4-FFF2-40B4-BE49-F238E27FC236}">
                <a16:creationId xmlns:a16="http://schemas.microsoft.com/office/drawing/2014/main" id="{2612899A-E63A-CD12-F97C-A2FA6094E56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256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10/16/2025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761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solidFill>
                  <a:schemeClr val="bg1"/>
                </a:solidFill>
              </a:defRPr>
            </a:lvl1pPr>
            <a:lvl2pPr marL="228600" indent="0">
              <a:lnSpc>
                <a:spcPct val="90000"/>
              </a:lnSpc>
              <a:buNone/>
              <a:defRPr sz="6000" b="1">
                <a:solidFill>
                  <a:schemeClr val="bg1"/>
                </a:solidFill>
              </a:defRPr>
            </a:lvl2pPr>
            <a:lvl3pPr marL="457200" indent="0">
              <a:lnSpc>
                <a:spcPct val="90000"/>
              </a:lnSpc>
              <a:buNone/>
              <a:defRPr sz="6000" b="1">
                <a:solidFill>
                  <a:schemeClr val="bg1"/>
                </a:solidFill>
              </a:defRPr>
            </a:lvl3pPr>
            <a:lvl4pPr marL="685800" indent="0">
              <a:lnSpc>
                <a:spcPct val="90000"/>
              </a:lnSpc>
              <a:buNone/>
              <a:defRPr sz="6000" b="1">
                <a:solidFill>
                  <a:schemeClr val="bg1"/>
                </a:solidFill>
              </a:defRPr>
            </a:lvl4pPr>
            <a:lvl5pPr marL="914400" indent="0">
              <a:lnSpc>
                <a:spcPct val="9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507735E4-737B-43D4-B991-92C3D63DE68F}" type="datetime1">
              <a:rPr lang="en-US" smtClean="0"/>
              <a:pPr/>
              <a:t>10/16/2025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08E120EF-96AD-49A8-BA09-D58A87141B9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5991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6" name="Content Placeholder 6">
            <a:extLst>
              <a:ext uri="{FF2B5EF4-FFF2-40B4-BE49-F238E27FC236}">
                <a16:creationId xmlns:a16="http://schemas.microsoft.com/office/drawing/2014/main" id="{BC837C73-FD1C-6BC3-42AE-E47123E09474}"/>
              </a:ext>
            </a:extLst>
          </p:cNvPr>
          <p:cNvSpPr>
            <a:spLocks noGrp="1"/>
          </p:cNvSpPr>
          <p:nvPr>
            <p:ph sz="quarter" idx="13" hasCustomPrompt="1"/>
          </p:nvPr>
        </p:nvSpPr>
        <p:spPr>
          <a:xfrm>
            <a:off x="1088136" y="962895"/>
            <a:ext cx="9418320" cy="5070068"/>
          </a:xfrm>
        </p:spPr>
        <p:txBody>
          <a:bodyPr anchor="b">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10/16/2025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79C237F4-1671-5EFD-3EAE-BEA28978BBA6}"/>
              </a:ext>
              <a:ext uri="{C183D7F6-B498-43B3-948B-1728B52AA6E4}">
                <adec:decorative xmlns:adec="http://schemas.microsoft.com/office/drawing/2017/decorative" val="1"/>
              </a:ext>
            </a:extLst>
          </p:cNvPr>
          <p:cNvCxnSpPr>
            <a:cxnSpLocks/>
          </p:cNvCxnSpPr>
          <p:nvPr userDrawn="1"/>
        </p:nvCxnSpPr>
        <p:spPr>
          <a:xfrm>
            <a:off x="0"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2139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10/16/2025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4856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1792072-4C91-C8F5-8610-85D14AF776EF}"/>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a:t>Quote Author</a:t>
            </a:r>
          </a:p>
        </p:txBody>
      </p:sp>
      <p:sp>
        <p:nvSpPr>
          <p:cNvPr id="9" name="Content Placeholder 9">
            <a:extLst>
              <a:ext uri="{FF2B5EF4-FFF2-40B4-BE49-F238E27FC236}">
                <a16:creationId xmlns:a16="http://schemas.microsoft.com/office/drawing/2014/main" id="{5C136A94-B9AF-C114-ADA5-F7C4F9C6BB46}"/>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10/16/2025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BBBA1285-A10F-FAE9-76E3-2B86ABE5A10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1949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bg>
      <p:bgRef idx="1002">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23297E-8165-FAA9-BD47-048A40470A95}"/>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a:t>Quote Author</a:t>
            </a:r>
          </a:p>
        </p:txBody>
      </p:sp>
      <p:sp>
        <p:nvSpPr>
          <p:cNvPr id="8" name="Content Placeholder 9">
            <a:extLst>
              <a:ext uri="{FF2B5EF4-FFF2-40B4-BE49-F238E27FC236}">
                <a16:creationId xmlns:a16="http://schemas.microsoft.com/office/drawing/2014/main" id="{EB06CB5A-8941-99F2-1165-02A2756457AA}"/>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F8418BD-2BA9-41CB-AB89-625779A7563D}" type="datetime1">
              <a:rPr lang="en-US" smtClean="0"/>
              <a:pPr/>
              <a:t>10/16/2025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EE632116-9F85-9512-0994-6B728E08093B}"/>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97492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smtClean="0"/>
              <a:t>10/16/2025</a:t>
            </a:fld>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smtClean="0"/>
              <a:t>‹#›</a:t>
            </a:fld>
            <a:endParaRPr lang="en-US"/>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0147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smtClean="0"/>
              <a:t>10/16/2025</a:t>
            </a:fld>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smtClean="0"/>
              <a:t>‹#›</a:t>
            </a:fld>
            <a:endParaRPr lang="en-US"/>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786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smtClean="0"/>
              <a:t>10/16/2025</a:t>
            </a:fld>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smtClean="0"/>
              <a:t>‹#›</a:t>
            </a:fld>
            <a:endParaRPr lang="en-US"/>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4762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smtClean="0"/>
              <a:t>10/16/2025</a:t>
            </a:fld>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smtClean="0"/>
              <a:t>‹#›</a:t>
            </a:fld>
            <a:endParaRPr lang="en-US"/>
          </a:p>
        </p:txBody>
      </p:sp>
    </p:spTree>
    <p:extLst>
      <p:ext uri="{BB962C8B-B14F-4D97-AF65-F5344CB8AC3E}">
        <p14:creationId xmlns:p14="http://schemas.microsoft.com/office/powerpoint/2010/main" val="1643845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A6BBA35-FE70-186E-0D41-43FF7DB180B5}"/>
              </a:ext>
            </a:extLst>
          </p:cNvPr>
          <p:cNvSpPr>
            <a:spLocks noGrp="1"/>
          </p:cNvSpPr>
          <p:nvPr>
            <p:ph type="title"/>
          </p:nvPr>
        </p:nvSpPr>
        <p:spPr>
          <a:xfrm>
            <a:off x="1090940" y="1114007"/>
            <a:ext cx="3595634" cy="1757505"/>
          </a:xfrm>
        </p:spPr>
        <p:txBody>
          <a:bodyPr anchor="t">
            <a:normAutofit/>
          </a:bodyPr>
          <a:lstStyle>
            <a:lvl1pPr>
              <a:defRPr sz="3600"/>
            </a:lvl1pPr>
          </a:lstStyle>
          <a:p>
            <a:r>
              <a:rPr lang="en-US"/>
              <a:t>Click to edit Master title style</a:t>
            </a:r>
          </a:p>
        </p:txBody>
      </p:sp>
      <p:sp>
        <p:nvSpPr>
          <p:cNvPr id="10" name="Text Placeholder 3">
            <a:extLst>
              <a:ext uri="{FF2B5EF4-FFF2-40B4-BE49-F238E27FC236}">
                <a16:creationId xmlns:a16="http://schemas.microsoft.com/office/drawing/2014/main" id="{866776A3-4932-D86F-96CB-5A080182B290}"/>
              </a:ext>
            </a:extLst>
          </p:cNvPr>
          <p:cNvSpPr>
            <a:spLocks noGrp="1"/>
          </p:cNvSpPr>
          <p:nvPr>
            <p:ph type="body" sz="half" idx="2"/>
          </p:nvPr>
        </p:nvSpPr>
        <p:spPr>
          <a:xfrm>
            <a:off x="1090940" y="3151191"/>
            <a:ext cx="3595634" cy="3124195"/>
          </a:xfrm>
        </p:spPr>
        <p:txBody>
          <a:bodyPr anchor="t">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Content Placeholder 2">
            <a:extLst>
              <a:ext uri="{FF2B5EF4-FFF2-40B4-BE49-F238E27FC236}">
                <a16:creationId xmlns:a16="http://schemas.microsoft.com/office/drawing/2014/main" id="{AF432AC3-A40E-E003-2947-B99A796F9E5A}"/>
              </a:ext>
            </a:extLst>
          </p:cNvPr>
          <p:cNvSpPr>
            <a:spLocks noGrp="1"/>
          </p:cNvSpPr>
          <p:nvPr>
            <p:ph idx="1"/>
          </p:nvPr>
        </p:nvSpPr>
        <p:spPr>
          <a:xfrm>
            <a:off x="5275706" y="1114007"/>
            <a:ext cx="6440258" cy="5161380"/>
          </a:xfrm>
        </p:spPr>
        <p:txBody>
          <a:bodyPr vert="horz" lIns="91440" tIns="45720" rIns="91440" bIns="45720" rtlCol="0">
            <a:normAutofit/>
          </a:bodyPr>
          <a:lstStyle>
            <a:lvl1pPr>
              <a:lnSpc>
                <a:spcPct val="100000"/>
              </a:lnSpc>
              <a:defRPr lang="en-US" dirty="0"/>
            </a:lvl1pPr>
            <a:lvl2pPr>
              <a:lnSpc>
                <a:spcPct val="100000"/>
              </a:lnSpc>
              <a:defRPr lang="en-US" dirty="0"/>
            </a:lvl2pPr>
            <a:lvl3pPr>
              <a:lnSpc>
                <a:spcPct val="100000"/>
              </a:lnSpc>
              <a:defRPr lang="en-US" dirty="0"/>
            </a:lvl3pPr>
            <a:lvl4pPr>
              <a:lnSpc>
                <a:spcPct val="100000"/>
              </a:lnSpc>
              <a:defRPr lang="en-US" dirty="0"/>
            </a:lvl4pPr>
            <a:lvl5pPr>
              <a:lnSpc>
                <a:spcPct val="100000"/>
              </a:lnSpc>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10/16/2025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a:extLst>
              <a:ext uri="{FF2B5EF4-FFF2-40B4-BE49-F238E27FC236}">
                <a16:creationId xmlns:a16="http://schemas.microsoft.com/office/drawing/2014/main" id="{29DA9D5E-44AB-AC59-BF1B-0A23217D6ED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6157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icture with Cap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7608BFB-2ED8-159F-6A27-89452808DC50}"/>
              </a:ext>
            </a:extLst>
          </p:cNvPr>
          <p:cNvSpPr>
            <a:spLocks noGrp="1"/>
          </p:cNvSpPr>
          <p:nvPr>
            <p:ph type="title"/>
          </p:nvPr>
        </p:nvSpPr>
        <p:spPr>
          <a:xfrm>
            <a:off x="1090940" y="1121098"/>
            <a:ext cx="3595634" cy="1585660"/>
          </a:xfrm>
        </p:spPr>
        <p:txBody>
          <a:bodyPr anchor="t">
            <a:norm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8CDE9255-016B-D7F7-ECF1-C39D5F73C898}"/>
              </a:ext>
            </a:extLst>
          </p:cNvPr>
          <p:cNvSpPr>
            <a:spLocks noGrp="1"/>
          </p:cNvSpPr>
          <p:nvPr>
            <p:ph type="body" sz="half" idx="2"/>
          </p:nvPr>
        </p:nvSpPr>
        <p:spPr>
          <a:xfrm>
            <a:off x="1090940" y="2812473"/>
            <a:ext cx="3585586" cy="3328922"/>
          </a:xfrm>
        </p:spPr>
        <p:txBody>
          <a:bodyPr anchor="b">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1917ECD0-1364-5EE8-D8DC-C5D439E04572}"/>
              </a:ext>
            </a:extLst>
          </p:cNvPr>
          <p:cNvSpPr>
            <a:spLocks noGrp="1"/>
          </p:cNvSpPr>
          <p:nvPr>
            <p:ph type="pic" idx="1" hasCustomPrompt="1"/>
          </p:nvPr>
        </p:nvSpPr>
        <p:spPr>
          <a:xfrm>
            <a:off x="5576327" y="1143000"/>
            <a:ext cx="6139637" cy="4998395"/>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10/16/2025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515600" y="6438900"/>
            <a:ext cx="609600" cy="419100"/>
          </a:xfrm>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747B791B-0FFC-B470-22DF-BCA62BD9859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6439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1">
              <a:rPr lang="en-US" smtClean="0"/>
              <a:pPr/>
              <a:t>10/16/2025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334043"/>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10/16/2025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10130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3">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CD39DEB-067C-9D79-3029-F27DEA1D48E1}"/>
              </a:ext>
            </a:extLst>
          </p:cNvPr>
          <p:cNvSpPr>
            <a:spLocks noGrp="1"/>
          </p:cNvSpPr>
          <p:nvPr>
            <p:ph type="title"/>
          </p:nvPr>
        </p:nvSpPr>
        <p:spPr>
          <a:xfrm>
            <a:off x="82296" y="64009"/>
            <a:ext cx="12015216" cy="3364989"/>
          </a:xfrm>
        </p:spPr>
        <p:txBody>
          <a:bodyPr anchor="t" anchorCtr="0">
            <a:noAutofit/>
          </a:bodyPr>
          <a:lstStyle>
            <a:lvl1pPr>
              <a:defRPr sz="8000" cap="all" baseline="0">
                <a:solidFill>
                  <a:schemeClr val="tx1"/>
                </a:solidFill>
              </a:defRPr>
            </a:lvl1pPr>
          </a:lstStyle>
          <a:p>
            <a:r>
              <a:rPr lang="en-US"/>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4647304" y="3673928"/>
            <a:ext cx="6477896" cy="2180771"/>
          </a:xfrm>
        </p:spPr>
        <p:txBody>
          <a:bodyPr anchor="b">
            <a:noAutofit/>
          </a:bodyPr>
          <a:lstStyle>
            <a:lvl1pPr marL="0" indent="0" algn="r">
              <a:lnSpc>
                <a:spcPct val="100000"/>
              </a:lnSpc>
              <a:buNone/>
              <a:defRPr sz="2000">
                <a:solidFill>
                  <a:schemeClr val="tx1"/>
                </a:solidFill>
              </a:defRPr>
            </a:lvl1pPr>
            <a:lvl2pPr marL="228600" indent="0" algn="r">
              <a:lnSpc>
                <a:spcPct val="100000"/>
              </a:lnSpc>
              <a:buNone/>
              <a:defRPr sz="2000">
                <a:solidFill>
                  <a:schemeClr val="tx1"/>
                </a:solidFill>
              </a:defRPr>
            </a:lvl2pPr>
            <a:lvl3pPr marL="457200" indent="0" algn="r">
              <a:lnSpc>
                <a:spcPct val="100000"/>
              </a:lnSpc>
              <a:buNone/>
              <a:defRPr sz="2000">
                <a:solidFill>
                  <a:schemeClr val="tx1"/>
                </a:solidFill>
              </a:defRPr>
            </a:lvl3pPr>
            <a:lvl4pPr marL="685800" indent="0" algn="r">
              <a:lnSpc>
                <a:spcPct val="100000"/>
              </a:lnSpc>
              <a:buNone/>
              <a:defRPr sz="2000">
                <a:solidFill>
                  <a:schemeClr val="tx1"/>
                </a:solidFill>
              </a:defRPr>
            </a:lvl4pPr>
            <a:lvl5pPr marL="914400" indent="0" algn="r">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10/16/2025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23ED45B0-E181-14EB-63CB-0A76273817B5}"/>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052112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2ABAD28B-DD56-4B56-883A-96608C765E28}" type="datetimeFigureOut">
              <a:rPr lang="en-US" smtClean="0"/>
              <a:pPr/>
              <a:t>10/16/2025</a:t>
            </a:fld>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DF5BAF5-ABAB-4575-8E56-D109A3D17F9F}" type="slidenum">
              <a:rPr lang="en-US" smtClean="0"/>
              <a:pPr/>
              <a:t>‹#›</a:t>
            </a:fld>
            <a:endParaRPr lang="en-US"/>
          </a:p>
        </p:txBody>
      </p:sp>
    </p:spTree>
    <p:extLst>
      <p:ext uri="{BB962C8B-B14F-4D97-AF65-F5344CB8AC3E}">
        <p14:creationId xmlns:p14="http://schemas.microsoft.com/office/powerpoint/2010/main" val="2969869501"/>
      </p:ext>
    </p:extLst>
  </p:cSld>
  <p:clrMap bg1="lt1" tx1="dk1" bg2="lt2" tx2="dk2" accent1="accent1" accent2="accent2" accent3="accent3" accent4="accent4" accent5="accent5" accent6="accent6" hlink="hlink" folHlink="folHlink"/>
  <p:sldLayoutIdLst>
    <p:sldLayoutId id="2147483727" r:id="rId1"/>
    <p:sldLayoutId id="2147483730" r:id="rId2"/>
    <p:sldLayoutId id="2147483726" r:id="rId3"/>
    <p:sldLayoutId id="2147483737" r:id="rId4"/>
    <p:sldLayoutId id="2147483728" r:id="rId5"/>
    <p:sldLayoutId id="2147483729" r:id="rId6"/>
    <p:sldLayoutId id="2147483738" r:id="rId7"/>
    <p:sldLayoutId id="2147483789" r:id="rId8"/>
    <p:sldLayoutId id="2147483818" r:id="rId9"/>
    <p:sldLayoutId id="2147483819" r:id="rId10"/>
    <p:sldLayoutId id="2147483820" r:id="rId11"/>
    <p:sldLayoutId id="2147483731" r:id="rId12"/>
    <p:sldLayoutId id="2147483743" r:id="rId13"/>
    <p:sldLayoutId id="2147483788" r:id="rId14"/>
    <p:sldLayoutId id="2147483792" r:id="rId15"/>
    <p:sldLayoutId id="2147483793" r:id="rId16"/>
    <p:sldLayoutId id="2147483794" r:id="rId17"/>
    <p:sldLayoutId id="2147483795" r:id="rId18"/>
    <p:sldLayoutId id="2147483796" r:id="rId19"/>
    <p:sldLayoutId id="2147483797" r:id="rId20"/>
    <p:sldLayoutId id="2147483816" r:id="rId21"/>
    <p:sldLayoutId id="2147483817" r:id="rId22"/>
    <p:sldLayoutId id="2147483814" r:id="rId23"/>
    <p:sldLayoutId id="2147483815" r:id="rId24"/>
    <p:sldLayoutId id="2147483812" r:id="rId25"/>
    <p:sldLayoutId id="2147483813" r:id="rId26"/>
    <p:sldLayoutId id="2147483811" r:id="rId27"/>
    <p:sldLayoutId id="2147483810" r:id="rId28"/>
    <p:sldLayoutId id="2147483809" r:id="rId29"/>
    <p:sldLayoutId id="2147483808" r:id="rId30"/>
    <p:sldLayoutId id="2147483807" r:id="rId31"/>
    <p:sldLayoutId id="2147483806" r:id="rId32"/>
    <p:sldLayoutId id="2147483805" r:id="rId33"/>
    <p:sldLayoutId id="2147483803" r:id="rId34"/>
    <p:sldLayoutId id="2147483804" r:id="rId35"/>
    <p:sldLayoutId id="2147483802" r:id="rId36"/>
    <p:sldLayoutId id="2147483801" r:id="rId37"/>
    <p:sldLayoutId id="2147483768" r:id="rId38"/>
    <p:sldLayoutId id="2147483769" r:id="rId39"/>
    <p:sldLayoutId id="2147483770" r:id="rId40"/>
    <p:sldLayoutId id="2147483771" r:id="rId41"/>
    <p:sldLayoutId id="2147483774" r:id="rId42"/>
    <p:sldLayoutId id="2147483800" r:id="rId43"/>
    <p:sldLayoutId id="2147483821" r:id="rId44"/>
    <p:sldLayoutId id="2147483775" r:id="rId45"/>
    <p:sldLayoutId id="2147483776" r:id="rId46"/>
    <p:sldLayoutId id="2147483778" r:id="rId47"/>
    <p:sldLayoutId id="2147483798" r:id="rId48"/>
    <p:sldLayoutId id="2147483799" r:id="rId49"/>
    <p:sldLayoutId id="2147483734" r:id="rId50"/>
    <p:sldLayoutId id="2147483782" r:id="rId51"/>
    <p:sldLayoutId id="2147483783" r:id="rId52"/>
    <p:sldLayoutId id="2147483784" r:id="rId53"/>
    <p:sldLayoutId id="2147483785" r:id="rId54"/>
    <p:sldLayoutId id="2147483786" r:id="rId55"/>
    <p:sldLayoutId id="2147483822" r:id="rId56"/>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userDrawn="1">
          <p15:clr>
            <a:srgbClr val="F26B43"/>
          </p15:clr>
        </p15:guide>
        <p15:guide id="8" pos="6936">
          <p15:clr>
            <a:srgbClr val="F26B43"/>
          </p15:clr>
        </p15:guide>
        <p15:guide id="10" orient="horz" pos="720">
          <p15:clr>
            <a:srgbClr val="F26B43"/>
          </p15:clr>
        </p15:guide>
        <p15:guide id="14" pos="6624" userDrawn="1">
          <p15:clr>
            <a:srgbClr val="F26B43"/>
          </p15:clr>
        </p15:guide>
        <p15:guide id="22" orient="horz" pos="360">
          <p15:clr>
            <a:srgbClr val="F26B43"/>
          </p15:clr>
        </p15:guide>
        <p15:guide id="23" orient="horz" pos="3960" userDrawn="1">
          <p15:clr>
            <a:srgbClr val="F26B43"/>
          </p15:clr>
        </p15:guide>
        <p15:guide id="24" orient="horz" pos="2160" userDrawn="1">
          <p15:clr>
            <a:srgbClr val="F26B43"/>
          </p15:clr>
        </p15:guide>
        <p15:guide id="25" pos="7680" userDrawn="1">
          <p15:clr>
            <a:srgbClr val="F26B43"/>
          </p15:clr>
        </p15:guide>
        <p15:guide id="26" pos="3840" userDrawn="1">
          <p15:clr>
            <a:srgbClr val="F26B43"/>
          </p15:clr>
        </p15:guide>
        <p15:guide id="27" pos="6168" userDrawn="1">
          <p15:clr>
            <a:srgbClr val="F26B43"/>
          </p15:clr>
        </p15:guide>
        <p15:guide id="28" pos="672" userDrawn="1">
          <p15:clr>
            <a:srgbClr val="F26B43"/>
          </p15:clr>
        </p15:guide>
        <p15:guide id="29" pos="7008" userDrawn="1">
          <p15:clr>
            <a:srgbClr val="F26B43"/>
          </p15:clr>
        </p15:guide>
        <p15:guide id="30" orient="horz" pos="4056" userDrawn="1">
          <p15:clr>
            <a:srgbClr val="F26B43"/>
          </p15:clr>
        </p15:guide>
        <p15:guide id="31"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5.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9431-8C93-3453-5906-E8B6F100358A}"/>
              </a:ext>
            </a:extLst>
          </p:cNvPr>
          <p:cNvSpPr>
            <a:spLocks noGrp="1"/>
          </p:cNvSpPr>
          <p:nvPr>
            <p:ph type="title"/>
          </p:nvPr>
        </p:nvSpPr>
        <p:spPr>
          <a:xfrm>
            <a:off x="82296" y="1099545"/>
            <a:ext cx="12015216" cy="4085101"/>
          </a:xfrm>
        </p:spPr>
        <p:txBody>
          <a:bodyPr anchor="t">
            <a:normAutofit fontScale="90000"/>
          </a:bodyPr>
          <a:lstStyle/>
          <a:p>
            <a:r>
              <a:rPr lang="en-US" sz="5000" err="1"/>
              <a:t>바이오</a:t>
            </a:r>
            <a:r>
              <a:rPr lang="en-US" sz="5000"/>
              <a:t> </a:t>
            </a:r>
            <a:r>
              <a:rPr lang="en-US" sz="5000" err="1"/>
              <a:t>리듬</a:t>
            </a:r>
            <a:r>
              <a:rPr lang="en-US" sz="5000"/>
              <a:t> </a:t>
            </a:r>
            <a:br>
              <a:rPr lang="en-US" sz="5000"/>
            </a:br>
            <a:r>
              <a:rPr lang="en-US" sz="5000" err="1"/>
              <a:t>계산</a:t>
            </a:r>
            <a:r>
              <a:rPr lang="en-US" sz="5000"/>
              <a:t> </a:t>
            </a:r>
            <a:r>
              <a:rPr lang="ko-KR" altLang="en-US" sz="5000"/>
              <a:t>프로그램</a:t>
            </a:r>
            <a:br>
              <a:rPr lang="ko-KR" altLang="en-US" sz="5000"/>
            </a:br>
            <a:br>
              <a:rPr lang="en-US" sz="5000"/>
            </a:br>
            <a:br>
              <a:rPr lang="en-US" sz="5000"/>
            </a:br>
            <a:br>
              <a:rPr lang="en-US" sz="5000"/>
            </a:br>
            <a:r>
              <a:rPr lang="en-US"/>
              <a:t> </a:t>
            </a:r>
            <a:endParaRPr lang="en-US" err="1"/>
          </a:p>
        </p:txBody>
      </p:sp>
      <p:sp>
        <p:nvSpPr>
          <p:cNvPr id="4" name="TextBox 3">
            <a:extLst>
              <a:ext uri="{FF2B5EF4-FFF2-40B4-BE49-F238E27FC236}">
                <a16:creationId xmlns:a16="http://schemas.microsoft.com/office/drawing/2014/main" id="{9FDE7D9B-7627-1BE9-F8D1-D84379675D91}"/>
              </a:ext>
            </a:extLst>
          </p:cNvPr>
          <p:cNvSpPr txBox="1"/>
          <p:nvPr/>
        </p:nvSpPr>
        <p:spPr>
          <a:xfrm>
            <a:off x="87108" y="3056140"/>
            <a:ext cx="225424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err="1"/>
              <a:t>정창언</a:t>
            </a:r>
            <a:endParaRPr lang="ko-KR" err="1"/>
          </a:p>
          <a:p>
            <a:pPr algn="l"/>
            <a:r>
              <a:rPr lang="ko-KR" altLang="en-US"/>
              <a:t>2019575060</a:t>
            </a:r>
          </a:p>
          <a:p>
            <a:r>
              <a:rPr lang="ko-KR" altLang="en-US"/>
              <a:t>게임프로그래밍</a:t>
            </a:r>
          </a:p>
        </p:txBody>
      </p:sp>
    </p:spTree>
    <p:extLst>
      <p:ext uri="{BB962C8B-B14F-4D97-AF65-F5344CB8AC3E}">
        <p14:creationId xmlns:p14="http://schemas.microsoft.com/office/powerpoint/2010/main" val="307323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0151E-578F-7357-5747-EFE386EC1CF3}"/>
              </a:ext>
            </a:extLst>
          </p:cNvPr>
          <p:cNvSpPr>
            <a:spLocks noGrp="1"/>
          </p:cNvSpPr>
          <p:nvPr>
            <p:ph type="title"/>
          </p:nvPr>
        </p:nvSpPr>
        <p:spPr>
          <a:xfrm>
            <a:off x="1090940" y="681375"/>
            <a:ext cx="4194291" cy="1944772"/>
          </a:xfrm>
        </p:spPr>
        <p:txBody>
          <a:bodyPr anchor="t">
            <a:normAutofit/>
          </a:bodyPr>
          <a:lstStyle/>
          <a:p>
            <a:r>
              <a:rPr lang="ko-KR" altLang="en-US"/>
              <a:t>목차</a:t>
            </a:r>
            <a:endParaRPr lang="en-US"/>
          </a:p>
        </p:txBody>
      </p:sp>
      <p:pic>
        <p:nvPicPr>
          <p:cNvPr id="5" name="Content Placeholder 4"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CD88A28B-B2E8-4DF0-9EC8-6D40CB9DAE6E}"/>
              </a:ext>
            </a:extLst>
          </p:cNvPr>
          <p:cNvPicPr>
            <a:picLocks noGrp="1" noChangeAspect="1"/>
          </p:cNvPicPr>
          <p:nvPr>
            <p:ph type="pic" sz="quarter" idx="15"/>
          </p:nvPr>
        </p:nvPicPr>
        <p:blipFill>
          <a:blip r:embed="rId3"/>
          <a:srcRect l="19638" r="17542" b="-2"/>
          <a:stretch>
            <a:fillRect/>
          </a:stretch>
        </p:blipFill>
        <p:spPr>
          <a:xfrm>
            <a:off x="995485" y="1658104"/>
            <a:ext cx="4104132" cy="3446317"/>
          </a:xfrm>
          <a:prstGeom prst="rect">
            <a:avLst/>
          </a:prstGeom>
          <a:noFill/>
        </p:spPr>
      </p:pic>
      <p:sp>
        <p:nvSpPr>
          <p:cNvPr id="4" name="Content Placeholder 3">
            <a:extLst>
              <a:ext uri="{FF2B5EF4-FFF2-40B4-BE49-F238E27FC236}">
                <a16:creationId xmlns:a16="http://schemas.microsoft.com/office/drawing/2014/main" id="{83F2395E-A913-7D9A-CF2C-06F7FBD1F0B9}"/>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1977" y="1658296"/>
            <a:ext cx="6143988" cy="4628204"/>
          </a:xfrm>
        </p:spPr>
        <p:txBody>
          <a:bodyPr vert="horz" lIns="91440" tIns="45720" rIns="91440" bIns="45720" rtlCol="0" anchor="t">
            <a:normAutofit/>
          </a:bodyPr>
          <a:lstStyle/>
          <a:p>
            <a:pPr>
              <a:spcBef>
                <a:spcPts val="2500"/>
              </a:spcBef>
              <a:spcAft>
                <a:spcPts val="600"/>
              </a:spcAft>
            </a:pPr>
            <a:r>
              <a:rPr lang="en-US" altLang="ko-KR" sz="2500" b="1">
                <a:ea typeface="+mn-lt"/>
                <a:cs typeface="+mn-lt"/>
              </a:rPr>
              <a:t>1.</a:t>
            </a:r>
            <a:r>
              <a:rPr lang="ko-KR" altLang="en-US" sz="2500" b="1" err="1">
                <a:ea typeface="+mn-lt"/>
                <a:cs typeface="+mn-lt"/>
              </a:rPr>
              <a:t>기존코드설명</a:t>
            </a:r>
            <a:endParaRPr lang="en-US" altLang="ko-KR" sz="2500">
              <a:ea typeface="+mn-lt"/>
            </a:endParaRPr>
          </a:p>
          <a:p>
            <a:pPr>
              <a:spcBef>
                <a:spcPts val="2500"/>
              </a:spcBef>
              <a:spcAft>
                <a:spcPts val="600"/>
              </a:spcAft>
            </a:pPr>
            <a:r>
              <a:rPr lang="en-US" sz="2500" b="1">
                <a:ea typeface="+mn-lt"/>
              </a:rPr>
              <a:t>2.</a:t>
            </a:r>
            <a:r>
              <a:rPr lang="ko-KR" altLang="en-US" sz="2500" b="1">
                <a:ea typeface="+mn-lt"/>
                <a:cs typeface="+mn-lt"/>
              </a:rPr>
              <a:t>기능개선</a:t>
            </a:r>
            <a:endParaRPr lang="en-US" sz="2500"/>
          </a:p>
          <a:p>
            <a:pPr marL="0" lvl="1" indent="0">
              <a:spcAft>
                <a:spcPts val="600"/>
              </a:spcAft>
              <a:buFont typeface="Arial" panose="020B0604020202020204" pitchFamily="34" charset="0"/>
              <a:buNone/>
            </a:pPr>
            <a:endParaRPr lang="en-US" sz="2500"/>
          </a:p>
          <a:p>
            <a:r>
              <a:rPr lang="en-US" sz="2500" b="1"/>
              <a:t>3.ui</a:t>
            </a:r>
            <a:r>
              <a:rPr lang="ko-KR" altLang="en-US" sz="2500" b="1"/>
              <a:t>개선</a:t>
            </a:r>
          </a:p>
          <a:p>
            <a:endParaRPr lang="ko-KR" altLang="en-US" sz="2500" b="1"/>
          </a:p>
          <a:p>
            <a:endParaRPr lang="ko-KR" altLang="en-US" sz="2500" b="1"/>
          </a:p>
          <a:p>
            <a:r>
              <a:rPr lang="ko-KR" altLang="en-US" sz="2500" b="1"/>
              <a:t>4.프로그램종료방식개선</a:t>
            </a:r>
          </a:p>
          <a:p>
            <a:endParaRPr lang="ko-KR" altLang="en-US" sz="1400" b="1">
              <a:ea typeface="+mn-lt"/>
              <a:cs typeface="+mn-lt"/>
            </a:endParaRPr>
          </a:p>
          <a:p>
            <a:endParaRPr lang="ko-KR" altLang="en-US" sz="1400" b="1">
              <a:ea typeface="+mn-lt"/>
              <a:cs typeface="+mn-lt"/>
            </a:endParaRPr>
          </a:p>
        </p:txBody>
      </p:sp>
    </p:spTree>
    <p:extLst>
      <p:ext uri="{BB962C8B-B14F-4D97-AF65-F5344CB8AC3E}">
        <p14:creationId xmlns:p14="http://schemas.microsoft.com/office/powerpoint/2010/main" val="13284092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90590-CD49-9756-21F6-3C3F648511CA}"/>
              </a:ext>
            </a:extLst>
          </p:cNvPr>
          <p:cNvSpPr>
            <a:spLocks noGrp="1"/>
          </p:cNvSpPr>
          <p:nvPr>
            <p:ph type="title"/>
          </p:nvPr>
        </p:nvSpPr>
        <p:spPr>
          <a:xfrm>
            <a:off x="7311355" y="306768"/>
            <a:ext cx="3813845" cy="1017611"/>
          </a:xfrm>
        </p:spPr>
        <p:txBody>
          <a:bodyPr anchor="t">
            <a:normAutofit/>
          </a:bodyPr>
          <a:lstStyle/>
          <a:p>
            <a:r>
              <a:rPr lang="ko-KR" altLang="en-US"/>
              <a:t>기존 코드 설명 </a:t>
            </a:r>
            <a:endParaRPr lang="en-US"/>
          </a:p>
        </p:txBody>
      </p:sp>
      <p:sp>
        <p:nvSpPr>
          <p:cNvPr id="4" name="Content Placeholder 3">
            <a:extLst>
              <a:ext uri="{FF2B5EF4-FFF2-40B4-BE49-F238E27FC236}">
                <a16:creationId xmlns:a16="http://schemas.microsoft.com/office/drawing/2014/main" id="{09ECD1B5-D7F1-EE3D-BC84-0321DB1EE370}"/>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1355" y="2700671"/>
            <a:ext cx="3813846" cy="3585830"/>
          </a:xfrm>
        </p:spPr>
        <p:txBody>
          <a:bodyPr vert="horz" lIns="91440" tIns="45720" rIns="91440" bIns="45720" rtlCol="0" anchor="t">
            <a:normAutofit/>
          </a:bodyPr>
          <a:lstStyle/>
          <a:p>
            <a:pPr>
              <a:spcBef>
                <a:spcPts val="2500"/>
              </a:spcBef>
              <a:spcAft>
                <a:spcPts val="600"/>
              </a:spcAft>
            </a:pPr>
            <a:r>
              <a:rPr lang="ko-KR" altLang="en-US" sz="1800" b="1"/>
              <a:t>기존 코드는 생년 월일을 입력하고</a:t>
            </a:r>
            <a:endParaRPr lang="en-US" sz="1800" b="1"/>
          </a:p>
          <a:p>
            <a:pPr>
              <a:spcBef>
                <a:spcPts val="2500"/>
              </a:spcBef>
              <a:spcAft>
                <a:spcPts val="600"/>
              </a:spcAft>
            </a:pPr>
            <a:r>
              <a:rPr lang="ko-KR" altLang="en-US" sz="1800" b="1"/>
              <a:t>원하는 날짜(생년월일보다 늦으면 안됨)</a:t>
            </a:r>
            <a:r>
              <a:rPr lang="ko-KR" altLang="en-US" sz="1800" b="1" err="1"/>
              <a:t>를</a:t>
            </a:r>
            <a:r>
              <a:rPr lang="ko-KR" altLang="en-US" sz="1800" b="1"/>
              <a:t> 입력하면 </a:t>
            </a:r>
            <a:r>
              <a:rPr lang="ko-KR" sz="1800" b="1"/>
              <a:t>주기에 따라 </a:t>
            </a:r>
            <a:r>
              <a:rPr lang="ko-KR" altLang="en-US" sz="1800" b="1"/>
              <a:t> 결과값이 출력되는 구조입니다.</a:t>
            </a:r>
          </a:p>
          <a:p>
            <a:pPr>
              <a:spcBef>
                <a:spcPts val="2500"/>
              </a:spcBef>
              <a:spcAft>
                <a:spcPts val="600"/>
              </a:spcAft>
            </a:pPr>
            <a:endParaRPr lang="ko-KR" altLang="en-US" sz="1400" b="1"/>
          </a:p>
        </p:txBody>
      </p:sp>
      <p:pic>
        <p:nvPicPr>
          <p:cNvPr id="7" name="그림 6" descr="텍스트, 폰트, 스크린샷, 블랙이(가) 표시된 사진&#10;&#10;AI 생성 콘텐츠는 정확하지 않을 수 있습니다.">
            <a:extLst>
              <a:ext uri="{FF2B5EF4-FFF2-40B4-BE49-F238E27FC236}">
                <a16:creationId xmlns:a16="http://schemas.microsoft.com/office/drawing/2014/main" id="{2EF44A80-26C7-0017-7D43-2A3DBB7E1BC9}"/>
              </a:ext>
            </a:extLst>
          </p:cNvPr>
          <p:cNvPicPr>
            <a:picLocks noChangeAspect="1"/>
          </p:cNvPicPr>
          <p:nvPr/>
        </p:nvPicPr>
        <p:blipFill>
          <a:blip r:embed="rId3"/>
          <a:stretch>
            <a:fillRect/>
          </a:stretch>
        </p:blipFill>
        <p:spPr>
          <a:xfrm>
            <a:off x="118005" y="303213"/>
            <a:ext cx="4695825" cy="1171575"/>
          </a:xfrm>
          <a:prstGeom prst="rect">
            <a:avLst/>
          </a:prstGeom>
        </p:spPr>
      </p:pic>
      <p:pic>
        <p:nvPicPr>
          <p:cNvPr id="8" name="그림 7" descr="텍스트, 스크린샷, 메뉴, 폰트이(가) 표시된 사진&#10;&#10;AI 생성 콘텐츠는 정확하지 않을 수 있습니다.">
            <a:extLst>
              <a:ext uri="{FF2B5EF4-FFF2-40B4-BE49-F238E27FC236}">
                <a16:creationId xmlns:a16="http://schemas.microsoft.com/office/drawing/2014/main" id="{BA111E09-81B9-37F3-42B5-6B6E12F5E9D1}"/>
              </a:ext>
            </a:extLst>
          </p:cNvPr>
          <p:cNvPicPr>
            <a:picLocks noChangeAspect="1"/>
          </p:cNvPicPr>
          <p:nvPr/>
        </p:nvPicPr>
        <p:blipFill>
          <a:blip r:embed="rId4"/>
          <a:stretch>
            <a:fillRect/>
          </a:stretch>
        </p:blipFill>
        <p:spPr>
          <a:xfrm>
            <a:off x="114830" y="1711325"/>
            <a:ext cx="3887258" cy="4483100"/>
          </a:xfrm>
          <a:prstGeom prst="rect">
            <a:avLst/>
          </a:prstGeom>
        </p:spPr>
      </p:pic>
    </p:spTree>
    <p:extLst>
      <p:ext uri="{BB962C8B-B14F-4D97-AF65-F5344CB8AC3E}">
        <p14:creationId xmlns:p14="http://schemas.microsoft.com/office/powerpoint/2010/main" val="9753776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23F2C-C34D-8BCD-826C-9AA994119767}"/>
              </a:ext>
            </a:extLst>
          </p:cNvPr>
          <p:cNvSpPr>
            <a:spLocks noGrp="1"/>
          </p:cNvSpPr>
          <p:nvPr>
            <p:ph type="title"/>
          </p:nvPr>
        </p:nvSpPr>
        <p:spPr>
          <a:xfrm>
            <a:off x="-1728" y="-149"/>
            <a:ext cx="3813845" cy="1493861"/>
          </a:xfrm>
        </p:spPr>
        <p:txBody>
          <a:bodyPr anchor="t">
            <a:normAutofit/>
          </a:bodyPr>
          <a:lstStyle/>
          <a:p>
            <a:r>
              <a:rPr lang="ko-KR" altLang="en-US" sz="3300"/>
              <a:t>검색 기능 개선</a:t>
            </a:r>
          </a:p>
        </p:txBody>
      </p:sp>
      <p:pic>
        <p:nvPicPr>
          <p:cNvPr id="7" name="그림 6" descr="텍스트, 스크린샷, 폰트, 디자인이(가) 표시된 사진&#10;&#10;AI 생성 콘텐츠는 정확하지 않을 수 있습니다.">
            <a:extLst>
              <a:ext uri="{FF2B5EF4-FFF2-40B4-BE49-F238E27FC236}">
                <a16:creationId xmlns:a16="http://schemas.microsoft.com/office/drawing/2014/main" id="{C05161B1-6FB0-418D-4239-455BA1EE0323}"/>
              </a:ext>
            </a:extLst>
          </p:cNvPr>
          <p:cNvPicPr>
            <a:picLocks noChangeAspect="1"/>
          </p:cNvPicPr>
          <p:nvPr/>
        </p:nvPicPr>
        <p:blipFill>
          <a:blip r:embed="rId3"/>
          <a:stretch>
            <a:fillRect/>
          </a:stretch>
        </p:blipFill>
        <p:spPr>
          <a:xfrm>
            <a:off x="-529" y="3319992"/>
            <a:ext cx="3514725" cy="2800350"/>
          </a:xfrm>
          <a:prstGeom prst="rect">
            <a:avLst/>
          </a:prstGeom>
        </p:spPr>
      </p:pic>
      <p:sp>
        <p:nvSpPr>
          <p:cNvPr id="9" name="TextBox 8">
            <a:extLst>
              <a:ext uri="{FF2B5EF4-FFF2-40B4-BE49-F238E27FC236}">
                <a16:creationId xmlns:a16="http://schemas.microsoft.com/office/drawing/2014/main" id="{F8A27DA1-E540-5EEC-E692-6DB59219942C}"/>
              </a:ext>
            </a:extLst>
          </p:cNvPr>
          <p:cNvSpPr txBox="1"/>
          <p:nvPr/>
        </p:nvSpPr>
        <p:spPr>
          <a:xfrm>
            <a:off x="6096000" y="920749"/>
            <a:ext cx="5640916" cy="30623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500"/>
              <a:t>잘못된 날짜를 입력하여도 실행되던 현상을 개선하였으며 특정 월 단위로만 조회가 가능했던 기능을 사용자가 원하는 기간</a:t>
            </a:r>
            <a:r>
              <a:rPr lang="ko-KR" sz="2500">
                <a:ea typeface="+mn-lt"/>
                <a:cs typeface="+mn-lt"/>
              </a:rPr>
              <a:t>(</a:t>
            </a:r>
            <a:r>
              <a:rPr lang="ko-KR" sz="2500">
                <a:latin typeface="Consolas"/>
              </a:rPr>
              <a:t>년/월/일</a:t>
            </a:r>
            <a:r>
              <a:rPr lang="ko-KR" sz="2500">
                <a:ea typeface="+mn-lt"/>
                <a:cs typeface="+mn-lt"/>
              </a:rPr>
              <a:t>부터 </a:t>
            </a:r>
            <a:r>
              <a:rPr lang="ko-KR" sz="2500">
                <a:latin typeface="Consolas"/>
              </a:rPr>
              <a:t>년/월/일</a:t>
            </a:r>
            <a:r>
              <a:rPr lang="ko-KR" sz="2500">
                <a:ea typeface="+mn-lt"/>
                <a:cs typeface="+mn-lt"/>
              </a:rPr>
              <a:t>까지)을 자유롭게 설정하여 조회할 수 있게 하여 </a:t>
            </a:r>
            <a:r>
              <a:rPr lang="ko-KR" altLang="en-US" sz="2500">
                <a:ea typeface="+mn-lt"/>
                <a:cs typeface="+mn-lt"/>
              </a:rPr>
              <a:t>편의성을 개선하였습니다.</a:t>
            </a:r>
            <a:endParaRPr lang="ko-KR" sz="2500">
              <a:ea typeface="+mn-lt"/>
              <a:cs typeface="+mn-lt"/>
            </a:endParaRPr>
          </a:p>
          <a:p>
            <a:r>
              <a:rPr lang="ko-KR" b="1">
                <a:ea typeface="+mn-lt"/>
                <a:cs typeface="+mn-lt"/>
              </a:rPr>
              <a:t> </a:t>
            </a:r>
            <a:endParaRPr lang="ko-KR"/>
          </a:p>
        </p:txBody>
      </p:sp>
      <p:pic>
        <p:nvPicPr>
          <p:cNvPr id="11" name="그림 10" descr="텍스트, 폰트, 스크린샷, 블랙이(가) 표시된 사진&#10;&#10;AI 생성 콘텐츠는 정확하지 않을 수 있습니다.">
            <a:extLst>
              <a:ext uri="{FF2B5EF4-FFF2-40B4-BE49-F238E27FC236}">
                <a16:creationId xmlns:a16="http://schemas.microsoft.com/office/drawing/2014/main" id="{237C0A1B-420B-EDA5-F23C-C0034635DB24}"/>
              </a:ext>
            </a:extLst>
          </p:cNvPr>
          <p:cNvPicPr>
            <a:picLocks noChangeAspect="1"/>
          </p:cNvPicPr>
          <p:nvPr/>
        </p:nvPicPr>
        <p:blipFill>
          <a:blip r:embed="rId4"/>
          <a:stretch>
            <a:fillRect/>
          </a:stretch>
        </p:blipFill>
        <p:spPr>
          <a:xfrm>
            <a:off x="1588" y="1308630"/>
            <a:ext cx="4695825" cy="1171575"/>
          </a:xfrm>
          <a:prstGeom prst="rect">
            <a:avLst/>
          </a:prstGeom>
        </p:spPr>
      </p:pic>
      <p:sp>
        <p:nvSpPr>
          <p:cNvPr id="12" name="TextBox 11">
            <a:extLst>
              <a:ext uri="{FF2B5EF4-FFF2-40B4-BE49-F238E27FC236}">
                <a16:creationId xmlns:a16="http://schemas.microsoft.com/office/drawing/2014/main" id="{47D4A514-5F28-426C-34CF-460D3FF5E0C9}"/>
              </a:ext>
            </a:extLst>
          </p:cNvPr>
          <p:cNvSpPr txBox="1"/>
          <p:nvPr/>
        </p:nvSpPr>
        <p:spPr>
          <a:xfrm>
            <a:off x="-1" y="846666"/>
            <a:ext cx="15028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t>기존 버전</a:t>
            </a:r>
          </a:p>
          <a:p>
            <a:endParaRPr lang="ko-KR" altLang="en-US"/>
          </a:p>
        </p:txBody>
      </p:sp>
      <p:sp>
        <p:nvSpPr>
          <p:cNvPr id="13" name="TextBox 12">
            <a:extLst>
              <a:ext uri="{FF2B5EF4-FFF2-40B4-BE49-F238E27FC236}">
                <a16:creationId xmlns:a16="http://schemas.microsoft.com/office/drawing/2014/main" id="{A55FE1D8-9379-708F-022F-039DE05B590C}"/>
              </a:ext>
            </a:extLst>
          </p:cNvPr>
          <p:cNvSpPr txBox="1"/>
          <p:nvPr/>
        </p:nvSpPr>
        <p:spPr>
          <a:xfrm>
            <a:off x="-1" y="2952750"/>
            <a:ext cx="21695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t>개선 버전</a:t>
            </a:r>
          </a:p>
        </p:txBody>
      </p:sp>
    </p:spTree>
    <p:extLst>
      <p:ext uri="{BB962C8B-B14F-4D97-AF65-F5344CB8AC3E}">
        <p14:creationId xmlns:p14="http://schemas.microsoft.com/office/powerpoint/2010/main" val="1484739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3C3CC-83F9-F3C5-0BEC-2B5240AE0B3E}"/>
              </a:ext>
            </a:extLst>
          </p:cNvPr>
          <p:cNvSpPr>
            <a:spLocks noGrp="1"/>
          </p:cNvSpPr>
          <p:nvPr>
            <p:ph type="title"/>
          </p:nvPr>
        </p:nvSpPr>
        <p:spPr>
          <a:xfrm>
            <a:off x="5001" y="4486"/>
            <a:ext cx="4738450" cy="1283986"/>
          </a:xfrm>
        </p:spPr>
        <p:txBody>
          <a:bodyPr anchor="t">
            <a:normAutofit/>
          </a:bodyPr>
          <a:lstStyle/>
          <a:p>
            <a:r>
              <a:rPr lang="ko-KR" altLang="en-US" sz="2800" b="0">
                <a:ea typeface="+mj-lt"/>
                <a:cs typeface="+mj-lt"/>
              </a:rPr>
              <a:t>시각적인 UI</a:t>
            </a:r>
            <a:r>
              <a:rPr lang="en-US" sz="2800" b="0">
                <a:ea typeface="+mj-lt"/>
                <a:cs typeface="+mj-lt"/>
              </a:rPr>
              <a:t> </a:t>
            </a:r>
            <a:r>
              <a:rPr lang="ko-KR" altLang="en-US" sz="2800" b="0">
                <a:ea typeface="+mj-lt"/>
                <a:cs typeface="+mj-lt"/>
              </a:rPr>
              <a:t>개선</a:t>
            </a:r>
            <a:endParaRPr lang="en-US" sz="2800"/>
          </a:p>
        </p:txBody>
      </p:sp>
      <p:pic>
        <p:nvPicPr>
          <p:cNvPr id="8" name="그림 7" descr="텍스트, 스크린샷, 메뉴, 폰트이(가) 표시된 사진&#10;&#10;AI 생성 콘텐츠는 정확하지 않을 수 있습니다.">
            <a:extLst>
              <a:ext uri="{FF2B5EF4-FFF2-40B4-BE49-F238E27FC236}">
                <a16:creationId xmlns:a16="http://schemas.microsoft.com/office/drawing/2014/main" id="{AE0CDF81-06A7-5732-5AFB-58F2350839E9}"/>
              </a:ext>
            </a:extLst>
          </p:cNvPr>
          <p:cNvPicPr>
            <a:picLocks noChangeAspect="1"/>
          </p:cNvPicPr>
          <p:nvPr/>
        </p:nvPicPr>
        <p:blipFill>
          <a:blip r:embed="rId3"/>
          <a:stretch>
            <a:fillRect/>
          </a:stretch>
        </p:blipFill>
        <p:spPr>
          <a:xfrm>
            <a:off x="-1587" y="801159"/>
            <a:ext cx="3876675" cy="3498850"/>
          </a:xfrm>
          <a:prstGeom prst="rect">
            <a:avLst/>
          </a:prstGeom>
        </p:spPr>
      </p:pic>
      <p:pic>
        <p:nvPicPr>
          <p:cNvPr id="9" name="그림 8" descr="텍스트, 스크린샷, 디스플레이이(가) 표시된 사진&#10;&#10;AI 생성 콘텐츠는 정확하지 않을 수 있습니다.">
            <a:extLst>
              <a:ext uri="{FF2B5EF4-FFF2-40B4-BE49-F238E27FC236}">
                <a16:creationId xmlns:a16="http://schemas.microsoft.com/office/drawing/2014/main" id="{D3A0FF44-AA72-95B9-3C83-9C0C71CBB643}"/>
              </a:ext>
            </a:extLst>
          </p:cNvPr>
          <p:cNvPicPr>
            <a:picLocks noChangeAspect="1"/>
          </p:cNvPicPr>
          <p:nvPr/>
        </p:nvPicPr>
        <p:blipFill>
          <a:blip r:embed="rId4"/>
          <a:stretch>
            <a:fillRect/>
          </a:stretch>
        </p:blipFill>
        <p:spPr>
          <a:xfrm>
            <a:off x="4262439" y="451379"/>
            <a:ext cx="5244042" cy="3933825"/>
          </a:xfrm>
          <a:prstGeom prst="rect">
            <a:avLst/>
          </a:prstGeom>
        </p:spPr>
      </p:pic>
      <p:sp>
        <p:nvSpPr>
          <p:cNvPr id="10" name="TextBox 9">
            <a:extLst>
              <a:ext uri="{FF2B5EF4-FFF2-40B4-BE49-F238E27FC236}">
                <a16:creationId xmlns:a16="http://schemas.microsoft.com/office/drawing/2014/main" id="{6F6A5810-F137-06C4-4A57-B23D450920C3}"/>
              </a:ext>
            </a:extLst>
          </p:cNvPr>
          <p:cNvSpPr txBox="1"/>
          <p:nvPr/>
        </p:nvSpPr>
        <p:spPr>
          <a:xfrm>
            <a:off x="0" y="476250"/>
            <a:ext cx="13229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t>기존 버전</a:t>
            </a:r>
            <a:endParaRPr lang="ko-KR"/>
          </a:p>
          <a:p>
            <a:endParaRPr lang="ko-KR" altLang="en-US"/>
          </a:p>
        </p:txBody>
      </p:sp>
      <p:sp>
        <p:nvSpPr>
          <p:cNvPr id="11" name="TextBox 10">
            <a:extLst>
              <a:ext uri="{FF2B5EF4-FFF2-40B4-BE49-F238E27FC236}">
                <a16:creationId xmlns:a16="http://schemas.microsoft.com/office/drawing/2014/main" id="{18F8BEB9-23BC-DA62-EF5E-FFAEFFDADB4D}"/>
              </a:ext>
            </a:extLst>
          </p:cNvPr>
          <p:cNvSpPr txBox="1"/>
          <p:nvPr/>
        </p:nvSpPr>
        <p:spPr>
          <a:xfrm>
            <a:off x="5101166" y="84666"/>
            <a:ext cx="18838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t>개선 버전</a:t>
            </a:r>
          </a:p>
        </p:txBody>
      </p:sp>
      <p:sp>
        <p:nvSpPr>
          <p:cNvPr id="12" name="TextBox 11">
            <a:extLst>
              <a:ext uri="{FF2B5EF4-FFF2-40B4-BE49-F238E27FC236}">
                <a16:creationId xmlns:a16="http://schemas.microsoft.com/office/drawing/2014/main" id="{C7E19404-9BE0-81D7-B904-0C97776D2F25}"/>
              </a:ext>
            </a:extLst>
          </p:cNvPr>
          <p:cNvSpPr txBox="1"/>
          <p:nvPr/>
        </p:nvSpPr>
        <p:spPr>
          <a:xfrm>
            <a:off x="296333" y="4794250"/>
            <a:ext cx="959908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err="1">
                <a:ea typeface="+mn-lt"/>
                <a:cs typeface="+mn-lt"/>
              </a:rPr>
              <a:t>단순</a:t>
            </a:r>
            <a:r>
              <a:rPr lang="en-US" altLang="ko-KR">
                <a:ea typeface="+mn-lt"/>
                <a:cs typeface="+mn-lt"/>
              </a:rPr>
              <a:t> </a:t>
            </a:r>
            <a:r>
              <a:rPr lang="ko-KR" altLang="en-US" err="1">
                <a:ea typeface="+mn-lt"/>
                <a:cs typeface="+mn-lt"/>
              </a:rPr>
              <a:t>텍스트로만</a:t>
            </a:r>
            <a:r>
              <a:rPr lang="en-US" altLang="ko-KR">
                <a:ea typeface="+mn-lt"/>
                <a:cs typeface="+mn-lt"/>
              </a:rPr>
              <a:t> </a:t>
            </a:r>
            <a:r>
              <a:rPr lang="ko-KR" altLang="en-US" err="1">
                <a:ea typeface="+mn-lt"/>
                <a:cs typeface="+mn-lt"/>
              </a:rPr>
              <a:t>표시되던</a:t>
            </a:r>
            <a:r>
              <a:rPr lang="en-US" altLang="ko-KR">
                <a:ea typeface="+mn-lt"/>
                <a:cs typeface="+mn-lt"/>
              </a:rPr>
              <a:t> </a:t>
            </a:r>
            <a:r>
              <a:rPr lang="ko-KR" altLang="en-US">
                <a:ea typeface="+mn-lt"/>
                <a:cs typeface="+mn-lt"/>
              </a:rPr>
              <a:t>기존</a:t>
            </a:r>
            <a:r>
              <a:rPr lang="en-US" altLang="ko-KR">
                <a:ea typeface="+mn-lt"/>
                <a:cs typeface="+mn-lt"/>
              </a:rPr>
              <a:t> </a:t>
            </a:r>
            <a:r>
              <a:rPr lang="ko-KR" altLang="en-US">
                <a:ea typeface="+mn-lt"/>
                <a:cs typeface="+mn-lt"/>
              </a:rPr>
              <a:t>방식에</a:t>
            </a:r>
            <a:r>
              <a:rPr lang="en-US" altLang="ko-KR">
                <a:ea typeface="+mn-lt"/>
                <a:cs typeface="+mn-lt"/>
              </a:rPr>
              <a:t> </a:t>
            </a:r>
            <a:r>
              <a:rPr lang="ko-KR" altLang="en-US">
                <a:ea typeface="+mn-lt"/>
                <a:cs typeface="+mn-lt"/>
              </a:rPr>
              <a:t>상세</a:t>
            </a:r>
            <a:r>
              <a:rPr lang="en-US" altLang="ko-KR">
                <a:ea typeface="+mn-lt"/>
                <a:cs typeface="+mn-lt"/>
              </a:rPr>
              <a:t> </a:t>
            </a:r>
            <a:r>
              <a:rPr lang="ko-KR" altLang="en-US">
                <a:ea typeface="+mn-lt"/>
                <a:cs typeface="+mn-lt"/>
              </a:rPr>
              <a:t>수치를</a:t>
            </a:r>
            <a:r>
              <a:rPr lang="en-US" altLang="ko-KR">
                <a:ea typeface="+mn-lt"/>
                <a:cs typeface="+mn-lt"/>
              </a:rPr>
              <a:t> </a:t>
            </a:r>
            <a:r>
              <a:rPr lang="ko-KR" altLang="en-US">
                <a:ea typeface="+mn-lt"/>
                <a:cs typeface="+mn-lt"/>
              </a:rPr>
              <a:t>더하고</a:t>
            </a:r>
            <a:r>
              <a:rPr lang="en-US" altLang="ko-KR">
                <a:ea typeface="+mn-lt"/>
                <a:cs typeface="+mn-lt"/>
              </a:rPr>
              <a:t> </a:t>
            </a:r>
            <a:r>
              <a:rPr lang="ko-KR" altLang="en-US">
                <a:ea typeface="+mn-lt"/>
                <a:cs typeface="+mn-lt"/>
              </a:rPr>
              <a:t>각</a:t>
            </a:r>
            <a:r>
              <a:rPr lang="en-US" altLang="ko-KR">
                <a:ea typeface="+mn-lt"/>
                <a:cs typeface="+mn-lt"/>
              </a:rPr>
              <a:t> </a:t>
            </a:r>
            <a:r>
              <a:rPr lang="ko-KR" altLang="en-US">
                <a:ea typeface="+mn-lt"/>
                <a:cs typeface="+mn-lt"/>
              </a:rPr>
              <a:t>상태를</a:t>
            </a:r>
            <a:r>
              <a:rPr lang="en-US" altLang="ko-KR">
                <a:ea typeface="+mn-lt"/>
                <a:cs typeface="+mn-lt"/>
              </a:rPr>
              <a:t> </a:t>
            </a:r>
            <a:r>
              <a:rPr lang="ko-KR" altLang="en-US">
                <a:ea typeface="+mn-lt"/>
                <a:cs typeface="+mn-lt"/>
              </a:rPr>
              <a:t>색상</a:t>
            </a:r>
            <a:r>
              <a:rPr lang="en-US" altLang="ko-KR">
                <a:ea typeface="+mn-lt"/>
                <a:cs typeface="+mn-lt"/>
              </a:rPr>
              <a:t>(</a:t>
            </a:r>
            <a:r>
              <a:rPr lang="ko-KR" altLang="en-US">
                <a:ea typeface="+mn-lt"/>
                <a:cs typeface="+mn-lt"/>
              </a:rPr>
              <a:t>고조기</a:t>
            </a:r>
            <a:r>
              <a:rPr lang="en-US">
                <a:ea typeface="+mn-lt"/>
                <a:cs typeface="+mn-lt"/>
              </a:rPr>
              <a:t>:</a:t>
            </a:r>
            <a:r>
              <a:rPr lang="en-US" altLang="ko-KR">
                <a:ea typeface="+mn-lt"/>
                <a:cs typeface="+mn-lt"/>
              </a:rPr>
              <a:t> </a:t>
            </a:r>
            <a:r>
              <a:rPr lang="ko-KR" altLang="en-US">
                <a:ea typeface="+mn-lt"/>
                <a:cs typeface="+mn-lt"/>
              </a:rPr>
              <a:t>초록</a:t>
            </a:r>
            <a:r>
              <a:rPr lang="en-US">
                <a:ea typeface="+mn-lt"/>
                <a:cs typeface="+mn-lt"/>
              </a:rPr>
              <a:t>,</a:t>
            </a:r>
            <a:r>
              <a:rPr lang="en-US" altLang="ko-KR">
                <a:ea typeface="+mn-lt"/>
                <a:cs typeface="+mn-lt"/>
              </a:rPr>
              <a:t> </a:t>
            </a:r>
            <a:r>
              <a:rPr lang="ko-KR" altLang="en-US" err="1">
                <a:ea typeface="+mn-lt"/>
                <a:cs typeface="+mn-lt"/>
              </a:rPr>
              <a:t>저조기</a:t>
            </a:r>
            <a:r>
              <a:rPr lang="en-US">
                <a:ea typeface="+mn-lt"/>
                <a:cs typeface="+mn-lt"/>
              </a:rPr>
              <a:t>:</a:t>
            </a:r>
            <a:r>
              <a:rPr lang="en-US" altLang="ko-KR">
                <a:ea typeface="+mn-lt"/>
                <a:cs typeface="+mn-lt"/>
              </a:rPr>
              <a:t> </a:t>
            </a:r>
            <a:r>
              <a:rPr lang="ko-KR" altLang="en-US">
                <a:ea typeface="+mn-lt"/>
                <a:cs typeface="+mn-lt"/>
              </a:rPr>
              <a:t>하늘색</a:t>
            </a:r>
            <a:r>
              <a:rPr lang="en-US">
                <a:ea typeface="+mn-lt"/>
                <a:cs typeface="+mn-lt"/>
              </a:rPr>
              <a:t>,</a:t>
            </a:r>
            <a:r>
              <a:rPr lang="en-US" altLang="ko-KR">
                <a:ea typeface="+mn-lt"/>
                <a:cs typeface="+mn-lt"/>
              </a:rPr>
              <a:t> </a:t>
            </a:r>
            <a:r>
              <a:rPr lang="ko-KR" altLang="en-US" err="1">
                <a:ea typeface="+mn-lt"/>
                <a:cs typeface="+mn-lt"/>
              </a:rPr>
              <a:t>위험기</a:t>
            </a:r>
            <a:r>
              <a:rPr lang="en-US">
                <a:ea typeface="+mn-lt"/>
                <a:cs typeface="+mn-lt"/>
              </a:rPr>
              <a:t>:</a:t>
            </a:r>
            <a:r>
              <a:rPr lang="en-US" altLang="ko-KR">
                <a:ea typeface="+mn-lt"/>
                <a:cs typeface="+mn-lt"/>
              </a:rPr>
              <a:t> </a:t>
            </a:r>
            <a:r>
              <a:rPr lang="ko-KR" altLang="en-US">
                <a:ea typeface="+mn-lt"/>
                <a:cs typeface="+mn-lt"/>
              </a:rPr>
              <a:t>빨간색</a:t>
            </a:r>
            <a:r>
              <a:rPr lang="en-US">
                <a:ea typeface="+mn-lt"/>
                <a:cs typeface="+mn-lt"/>
              </a:rPr>
              <a:t>)</a:t>
            </a:r>
            <a:r>
              <a:rPr lang="ko-KR" altLang="en-US" err="1">
                <a:ea typeface="+mn-lt"/>
                <a:cs typeface="+mn-lt"/>
              </a:rPr>
              <a:t>으로</a:t>
            </a:r>
            <a:r>
              <a:rPr lang="en-US">
                <a:ea typeface="+mn-lt"/>
                <a:cs typeface="+mn-lt"/>
              </a:rPr>
              <a:t> </a:t>
            </a:r>
            <a:r>
              <a:rPr lang="ko-KR" altLang="en-US">
                <a:ea typeface="+mn-lt"/>
                <a:cs typeface="+mn-lt"/>
              </a:rPr>
              <a:t>표현하여</a:t>
            </a:r>
            <a:r>
              <a:rPr lang="en-US">
                <a:ea typeface="+mn-lt"/>
                <a:cs typeface="+mn-lt"/>
              </a:rPr>
              <a:t> </a:t>
            </a:r>
            <a:r>
              <a:rPr lang="ko-KR" altLang="en-US">
                <a:ea typeface="+mn-lt"/>
                <a:cs typeface="+mn-lt"/>
              </a:rPr>
              <a:t>시각적</a:t>
            </a:r>
            <a:r>
              <a:rPr lang="en-US">
                <a:ea typeface="+mn-lt"/>
                <a:cs typeface="+mn-lt"/>
              </a:rPr>
              <a:t> </a:t>
            </a:r>
            <a:r>
              <a:rPr lang="ko-KR" altLang="en-US">
                <a:ea typeface="+mn-lt"/>
                <a:cs typeface="+mn-lt"/>
              </a:rPr>
              <a:t>직관성을</a:t>
            </a:r>
            <a:r>
              <a:rPr lang="en-US">
                <a:ea typeface="+mn-lt"/>
                <a:cs typeface="+mn-lt"/>
              </a:rPr>
              <a:t> </a:t>
            </a:r>
            <a:r>
              <a:rPr lang="ko-KR" altLang="en-US">
                <a:ea typeface="+mn-lt"/>
                <a:cs typeface="+mn-lt"/>
              </a:rPr>
              <a:t>높였습니다</a:t>
            </a:r>
            <a:r>
              <a:rPr lang="en-US">
                <a:ea typeface="+mn-lt"/>
                <a:cs typeface="+mn-lt"/>
              </a:rPr>
              <a:t>. </a:t>
            </a:r>
            <a:r>
              <a:rPr lang="ko-KR" altLang="en-US">
                <a:ea typeface="+mn-lt"/>
                <a:cs typeface="+mn-lt"/>
              </a:rPr>
              <a:t>더불어</a:t>
            </a:r>
            <a:r>
              <a:rPr lang="en-US">
                <a:ea typeface="+mn-lt"/>
                <a:cs typeface="+mn-lt"/>
              </a:rPr>
              <a:t>, </a:t>
            </a:r>
            <a:r>
              <a:rPr lang="ko-KR" altLang="en-US">
                <a:ea typeface="+mn-lt"/>
                <a:cs typeface="+mn-lt"/>
              </a:rPr>
              <a:t>전체</a:t>
            </a:r>
            <a:r>
              <a:rPr lang="en-US">
                <a:ea typeface="+mn-lt"/>
                <a:cs typeface="+mn-lt"/>
              </a:rPr>
              <a:t> </a:t>
            </a:r>
            <a:r>
              <a:rPr lang="ko-KR" altLang="en-US">
                <a:ea typeface="+mn-lt"/>
                <a:cs typeface="+mn-lt"/>
              </a:rPr>
              <a:t>내용을</a:t>
            </a:r>
            <a:r>
              <a:rPr lang="en-US">
                <a:ea typeface="+mn-lt"/>
                <a:cs typeface="+mn-lt"/>
              </a:rPr>
              <a:t> </a:t>
            </a:r>
            <a:r>
              <a:rPr lang="ko-KR" altLang="en-US">
                <a:ea typeface="+mn-lt"/>
                <a:cs typeface="+mn-lt"/>
              </a:rPr>
              <a:t>표</a:t>
            </a:r>
            <a:r>
              <a:rPr lang="en-US">
                <a:ea typeface="+mn-lt"/>
                <a:cs typeface="+mn-lt"/>
              </a:rPr>
              <a:t> </a:t>
            </a:r>
            <a:r>
              <a:rPr lang="ko-KR" altLang="en-US">
                <a:ea typeface="+mn-lt"/>
                <a:cs typeface="+mn-lt"/>
              </a:rPr>
              <a:t>형식으로</a:t>
            </a:r>
            <a:r>
              <a:rPr lang="en-US">
                <a:ea typeface="+mn-lt"/>
                <a:cs typeface="+mn-lt"/>
              </a:rPr>
              <a:t> </a:t>
            </a:r>
            <a:r>
              <a:rPr lang="en-US" err="1">
                <a:ea typeface="+mn-lt"/>
                <a:cs typeface="+mn-lt"/>
              </a:rPr>
              <a:t>정리하여</a:t>
            </a:r>
            <a:r>
              <a:rPr lang="en-US">
                <a:ea typeface="+mn-lt"/>
                <a:cs typeface="+mn-lt"/>
              </a:rPr>
              <a:t> </a:t>
            </a:r>
            <a:r>
              <a:rPr lang="ko-KR" altLang="en-US">
                <a:ea typeface="+mn-lt"/>
                <a:cs typeface="+mn-lt"/>
              </a:rPr>
              <a:t>한눈에</a:t>
            </a:r>
            <a:r>
              <a:rPr lang="en-US">
                <a:ea typeface="+mn-lt"/>
                <a:cs typeface="+mn-lt"/>
              </a:rPr>
              <a:t> </a:t>
            </a:r>
            <a:r>
              <a:rPr lang="ko-KR" altLang="en-US">
                <a:ea typeface="+mn-lt"/>
                <a:cs typeface="+mn-lt"/>
              </a:rPr>
              <a:t>파악하기</a:t>
            </a:r>
            <a:r>
              <a:rPr lang="en-US">
                <a:ea typeface="+mn-lt"/>
                <a:cs typeface="+mn-lt"/>
              </a:rPr>
              <a:t> </a:t>
            </a:r>
            <a:r>
              <a:rPr lang="ko-KR" altLang="en-US">
                <a:ea typeface="+mn-lt"/>
                <a:cs typeface="+mn-lt"/>
              </a:rPr>
              <a:t>쉽도록</a:t>
            </a:r>
            <a:r>
              <a:rPr lang="en-US">
                <a:ea typeface="+mn-lt"/>
                <a:cs typeface="+mn-lt"/>
              </a:rPr>
              <a:t> </a:t>
            </a:r>
            <a:r>
              <a:rPr lang="ko-KR" altLang="en-US">
                <a:ea typeface="+mn-lt"/>
                <a:cs typeface="+mn-lt"/>
              </a:rPr>
              <a:t>개선했습니다</a:t>
            </a:r>
            <a:endParaRPr lang="ko-KR"/>
          </a:p>
        </p:txBody>
      </p:sp>
    </p:spTree>
    <p:extLst>
      <p:ext uri="{BB962C8B-B14F-4D97-AF65-F5344CB8AC3E}">
        <p14:creationId xmlns:p14="http://schemas.microsoft.com/office/powerpoint/2010/main" val="206320859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61DA5-3D54-5ED3-23EE-803E3421F72F}"/>
              </a:ext>
            </a:extLst>
          </p:cNvPr>
          <p:cNvSpPr>
            <a:spLocks noGrp="1"/>
          </p:cNvSpPr>
          <p:nvPr>
            <p:ph type="title"/>
          </p:nvPr>
        </p:nvSpPr>
        <p:spPr>
          <a:xfrm>
            <a:off x="5001" y="4486"/>
            <a:ext cx="4738450" cy="606653"/>
          </a:xfrm>
        </p:spPr>
        <p:txBody>
          <a:bodyPr anchor="t">
            <a:normAutofit/>
          </a:bodyPr>
          <a:lstStyle/>
          <a:p>
            <a:r>
              <a:rPr lang="ko-KR" altLang="en-US" sz="2800"/>
              <a:t>프로그램</a:t>
            </a:r>
            <a:r>
              <a:rPr lang="en-US" altLang="ko-KR" sz="2800"/>
              <a:t> </a:t>
            </a:r>
            <a:r>
              <a:rPr lang="ko-KR" altLang="en-US" sz="2800"/>
              <a:t>종료 방식 </a:t>
            </a:r>
            <a:r>
              <a:rPr lang="ko-KR" altLang="en-US" sz="2800">
                <a:ea typeface="+mj-lt"/>
                <a:cs typeface="+mj-lt"/>
              </a:rPr>
              <a:t>개선</a:t>
            </a:r>
            <a:endParaRPr lang="ko-KR" altLang="en-US" sz="2800"/>
          </a:p>
          <a:p>
            <a:pPr marL="285750" indent="-285750">
              <a:buFont typeface="Arial"/>
              <a:buChar char="•"/>
            </a:pPr>
            <a:endParaRPr lang="ko-KR" altLang="en-US"/>
          </a:p>
          <a:p>
            <a:endParaRPr lang="en-US" sz="2800"/>
          </a:p>
        </p:txBody>
      </p:sp>
      <p:sp>
        <p:nvSpPr>
          <p:cNvPr id="9" name="TextBox 8">
            <a:extLst>
              <a:ext uri="{FF2B5EF4-FFF2-40B4-BE49-F238E27FC236}">
                <a16:creationId xmlns:a16="http://schemas.microsoft.com/office/drawing/2014/main" id="{5286074A-508B-10E5-BE6B-54FA9E914557}"/>
              </a:ext>
            </a:extLst>
          </p:cNvPr>
          <p:cNvSpPr txBox="1"/>
          <p:nvPr/>
        </p:nvSpPr>
        <p:spPr>
          <a:xfrm>
            <a:off x="8413750" y="1449916"/>
            <a:ext cx="3577166"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000">
                <a:ea typeface="+mn-lt"/>
                <a:cs typeface="+mn-lt"/>
              </a:rPr>
              <a:t>이전 버전에는 잘못된 </a:t>
            </a:r>
            <a:r>
              <a:rPr lang="ko-KR" sz="2000">
                <a:ea typeface="+mn-lt"/>
                <a:cs typeface="+mn-lt"/>
              </a:rPr>
              <a:t>값을 입력하면 프로그램이 </a:t>
            </a:r>
            <a:r>
              <a:rPr lang="ko-KR" altLang="en-US" sz="2000">
                <a:ea typeface="+mn-lt"/>
                <a:cs typeface="+mn-lt"/>
              </a:rPr>
              <a:t>중단되었으나 이제는 오류를 감지하고 재입력을 요청하도록 수정했습니다</a:t>
            </a:r>
            <a:r>
              <a:rPr lang="ko-KR" sz="2000">
                <a:ea typeface="+mn-lt"/>
                <a:cs typeface="+mn-lt"/>
              </a:rPr>
              <a:t>.</a:t>
            </a:r>
            <a:r>
              <a:rPr lang="ko-KR" altLang="en-US" sz="2000">
                <a:ea typeface="+mn-lt"/>
                <a:cs typeface="+mn-lt"/>
              </a:rPr>
              <a:t> </a:t>
            </a:r>
            <a:endParaRPr lang="ko-KR" sz="2000">
              <a:ea typeface="+mn-lt"/>
              <a:cs typeface="+mn-lt"/>
            </a:endParaRPr>
          </a:p>
          <a:p>
            <a:r>
              <a:rPr lang="ko-KR" altLang="en-US" sz="2000">
                <a:ea typeface="+mn-lt"/>
                <a:cs typeface="+mn-lt"/>
              </a:rPr>
              <a:t>또한</a:t>
            </a:r>
            <a:r>
              <a:rPr lang="en-US" altLang="ko-KR" sz="2000">
                <a:ea typeface="+mn-lt"/>
                <a:cs typeface="+mn-lt"/>
              </a:rPr>
              <a:t>,</a:t>
            </a:r>
            <a:r>
              <a:rPr lang="ko-KR" altLang="en-US" sz="2000">
                <a:ea typeface="+mn-lt"/>
                <a:cs typeface="+mn-lt"/>
              </a:rPr>
              <a:t> 한 번 조회하면 종료되던 방식에서 </a:t>
            </a:r>
            <a:r>
              <a:rPr lang="ko-KR" sz="2000">
                <a:ea typeface="+mn-lt"/>
                <a:cs typeface="+mn-lt"/>
              </a:rPr>
              <a:t>'다시 시작'</a:t>
            </a:r>
            <a:r>
              <a:rPr lang="ko-KR" altLang="en-US" sz="2000">
                <a:ea typeface="+mn-lt"/>
                <a:cs typeface="+mn-lt"/>
              </a:rPr>
              <a:t> 기능을 추가하여</a:t>
            </a:r>
            <a:r>
              <a:rPr lang="en-US" altLang="ko-KR" sz="2000">
                <a:ea typeface="+mn-lt"/>
                <a:cs typeface="+mn-lt"/>
              </a:rPr>
              <a:t>,</a:t>
            </a:r>
            <a:r>
              <a:rPr lang="ko-KR" altLang="en-US" sz="2000">
                <a:ea typeface="+mn-lt"/>
                <a:cs typeface="+mn-lt"/>
              </a:rPr>
              <a:t> 사용자가 </a:t>
            </a:r>
            <a:r>
              <a:rPr lang="ko-KR" sz="2000">
                <a:ea typeface="+mn-lt"/>
                <a:cs typeface="+mn-lt"/>
              </a:rPr>
              <a:t>프로그램을 </a:t>
            </a:r>
            <a:r>
              <a:rPr lang="ko-KR" altLang="en-US" sz="2000">
                <a:ea typeface="+mn-lt"/>
                <a:cs typeface="+mn-lt"/>
              </a:rPr>
              <a:t>재실행하는 번거로움 </a:t>
            </a:r>
            <a:r>
              <a:rPr lang="ko-KR" sz="2000">
                <a:ea typeface="+mn-lt"/>
                <a:cs typeface="+mn-lt"/>
              </a:rPr>
              <a:t>없이 </a:t>
            </a:r>
            <a:r>
              <a:rPr lang="ko-KR" altLang="en-US" sz="2000">
                <a:ea typeface="+mn-lt"/>
                <a:cs typeface="+mn-lt"/>
              </a:rPr>
              <a:t>연속으로 조회할 수 있게 만들었습니다</a:t>
            </a:r>
            <a:endParaRPr lang="ko-KR" sz="2000"/>
          </a:p>
        </p:txBody>
      </p:sp>
      <p:pic>
        <p:nvPicPr>
          <p:cNvPr id="10" name="그림 9">
            <a:extLst>
              <a:ext uri="{FF2B5EF4-FFF2-40B4-BE49-F238E27FC236}">
                <a16:creationId xmlns:a16="http://schemas.microsoft.com/office/drawing/2014/main" id="{54E0932B-F942-2A12-149C-D0B52113CF1F}"/>
              </a:ext>
            </a:extLst>
          </p:cNvPr>
          <p:cNvPicPr>
            <a:picLocks noChangeAspect="1"/>
          </p:cNvPicPr>
          <p:nvPr/>
        </p:nvPicPr>
        <p:blipFill>
          <a:blip r:embed="rId3"/>
          <a:stretch>
            <a:fillRect/>
          </a:stretch>
        </p:blipFill>
        <p:spPr>
          <a:xfrm>
            <a:off x="6594" y="5152373"/>
            <a:ext cx="3752850" cy="438150"/>
          </a:xfrm>
          <a:prstGeom prst="rect">
            <a:avLst/>
          </a:prstGeom>
        </p:spPr>
      </p:pic>
      <p:pic>
        <p:nvPicPr>
          <p:cNvPr id="11" name="그림 10" descr="텍스트, 폰트, 스크린샷이(가) 표시된 사진&#10;&#10;AI 생성 콘텐츠는 정확하지 않을 수 있습니다.">
            <a:extLst>
              <a:ext uri="{FF2B5EF4-FFF2-40B4-BE49-F238E27FC236}">
                <a16:creationId xmlns:a16="http://schemas.microsoft.com/office/drawing/2014/main" id="{F5173A18-DFDB-0ADF-C0F2-72E541CE81FE}"/>
              </a:ext>
            </a:extLst>
          </p:cNvPr>
          <p:cNvPicPr>
            <a:picLocks noChangeAspect="1"/>
          </p:cNvPicPr>
          <p:nvPr/>
        </p:nvPicPr>
        <p:blipFill>
          <a:blip r:embed="rId4"/>
          <a:stretch>
            <a:fillRect/>
          </a:stretch>
        </p:blipFill>
        <p:spPr>
          <a:xfrm>
            <a:off x="4233" y="1207030"/>
            <a:ext cx="5410200" cy="676275"/>
          </a:xfrm>
          <a:prstGeom prst="rect">
            <a:avLst/>
          </a:prstGeom>
        </p:spPr>
      </p:pic>
      <p:sp>
        <p:nvSpPr>
          <p:cNvPr id="12" name="TextBox 11">
            <a:extLst>
              <a:ext uri="{FF2B5EF4-FFF2-40B4-BE49-F238E27FC236}">
                <a16:creationId xmlns:a16="http://schemas.microsoft.com/office/drawing/2014/main" id="{70688E22-B599-4241-5F8F-5E3E344DDF4B}"/>
              </a:ext>
            </a:extLst>
          </p:cNvPr>
          <p:cNvSpPr txBox="1"/>
          <p:nvPr/>
        </p:nvSpPr>
        <p:spPr>
          <a:xfrm>
            <a:off x="5698" y="839340"/>
            <a:ext cx="15874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t>기존 버전</a:t>
            </a:r>
          </a:p>
        </p:txBody>
      </p:sp>
      <p:sp>
        <p:nvSpPr>
          <p:cNvPr id="13" name="TextBox 12">
            <a:extLst>
              <a:ext uri="{FF2B5EF4-FFF2-40B4-BE49-F238E27FC236}">
                <a16:creationId xmlns:a16="http://schemas.microsoft.com/office/drawing/2014/main" id="{51856C44-399D-B9E0-8996-72B534DA948C}"/>
              </a:ext>
            </a:extLst>
          </p:cNvPr>
          <p:cNvSpPr txBox="1"/>
          <p:nvPr/>
        </p:nvSpPr>
        <p:spPr>
          <a:xfrm>
            <a:off x="1628" y="3449352"/>
            <a:ext cx="1693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t>개선 버전</a:t>
            </a:r>
          </a:p>
        </p:txBody>
      </p:sp>
      <p:pic>
        <p:nvPicPr>
          <p:cNvPr id="14" name="그림 13" descr="텍스트, 폰트, 스크린샷, 블랙이(가) 표시된 사진&#10;&#10;AI 생성 콘텐츠는 정확하지 않을 수 있습니다.">
            <a:extLst>
              <a:ext uri="{FF2B5EF4-FFF2-40B4-BE49-F238E27FC236}">
                <a16:creationId xmlns:a16="http://schemas.microsoft.com/office/drawing/2014/main" id="{EF250D47-D02E-9C51-12B1-485188FE580A}"/>
              </a:ext>
            </a:extLst>
          </p:cNvPr>
          <p:cNvPicPr>
            <a:picLocks noChangeAspect="1"/>
          </p:cNvPicPr>
          <p:nvPr/>
        </p:nvPicPr>
        <p:blipFill>
          <a:blip r:embed="rId5"/>
          <a:stretch>
            <a:fillRect/>
          </a:stretch>
        </p:blipFill>
        <p:spPr>
          <a:xfrm>
            <a:off x="5862" y="3818915"/>
            <a:ext cx="6553200" cy="1076325"/>
          </a:xfrm>
          <a:prstGeom prst="rect">
            <a:avLst/>
          </a:prstGeom>
        </p:spPr>
      </p:pic>
    </p:spTree>
    <p:extLst>
      <p:ext uri="{BB962C8B-B14F-4D97-AF65-F5344CB8AC3E}">
        <p14:creationId xmlns:p14="http://schemas.microsoft.com/office/powerpoint/2010/main" val="130547468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15C8D-B077-89AB-D31D-8F94C99980AD}"/>
              </a:ext>
            </a:extLst>
          </p:cNvPr>
          <p:cNvSpPr>
            <a:spLocks noGrp="1"/>
          </p:cNvSpPr>
          <p:nvPr>
            <p:ph type="title"/>
          </p:nvPr>
        </p:nvSpPr>
        <p:spPr>
          <a:xfrm>
            <a:off x="834355" y="1936601"/>
            <a:ext cx="10523677" cy="1493861"/>
          </a:xfrm>
        </p:spPr>
        <p:txBody>
          <a:bodyPr anchor="t">
            <a:normAutofit/>
          </a:bodyPr>
          <a:lstStyle/>
          <a:p>
            <a:r>
              <a:rPr lang="en-US" sz="5000"/>
              <a:t>Thank you for listening​</a:t>
            </a:r>
          </a:p>
        </p:txBody>
      </p:sp>
      <p:sp>
        <p:nvSpPr>
          <p:cNvPr id="4" name="Content Placeholder 3">
            <a:extLst>
              <a:ext uri="{FF2B5EF4-FFF2-40B4-BE49-F238E27FC236}">
                <a16:creationId xmlns:a16="http://schemas.microsoft.com/office/drawing/2014/main" id="{1F50BC23-7F9D-5E74-1695-5D04D3747665}"/>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2688" y="5219504"/>
            <a:ext cx="3813846" cy="3585830"/>
          </a:xfrm>
        </p:spPr>
        <p:txBody>
          <a:bodyPr vert="horz" lIns="91440" tIns="45720" rIns="91440" bIns="45720" rtlCol="0" anchor="t">
            <a:normAutofit/>
          </a:bodyPr>
          <a:lstStyle/>
          <a:p>
            <a:pPr>
              <a:spcBef>
                <a:spcPts val="2500"/>
              </a:spcBef>
              <a:spcAft>
                <a:spcPts val="600"/>
              </a:spcAft>
            </a:pPr>
            <a:r>
              <a:rPr lang="ko-KR" altLang="en-US" sz="1400" b="1"/>
              <a:t>제미나이</a:t>
            </a:r>
            <a:endParaRPr lang="ko-KR"/>
          </a:p>
          <a:p>
            <a:pPr marL="0" indent="0">
              <a:spcBef>
                <a:spcPts val="2500"/>
              </a:spcBef>
              <a:spcAft>
                <a:spcPts val="600"/>
              </a:spcAft>
              <a:buFont typeface="Arial" panose="020B0604020202020204" pitchFamily="34" charset="0"/>
              <a:buNone/>
            </a:pPr>
            <a:r>
              <a:rPr lang="ko-KR" altLang="en-US" sz="1400" b="1"/>
              <a:t>깃허브</a:t>
            </a:r>
            <a:r>
              <a:rPr lang="ko-KR" sz="1400">
                <a:ea typeface="+mn-lt"/>
                <a:cs typeface="+mn-lt"/>
              </a:rPr>
              <a:t>https://github.com/eunsim730921/Game/tree/main</a:t>
            </a:r>
          </a:p>
        </p:txBody>
      </p:sp>
    </p:spTree>
    <p:extLst>
      <p:ext uri="{BB962C8B-B14F-4D97-AF65-F5344CB8AC3E}">
        <p14:creationId xmlns:p14="http://schemas.microsoft.com/office/powerpoint/2010/main" val="16099145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design_Copilot Layouts_win32_SD_V7" id="{D68CBEBD-98F0-4FAF-8687-8614116B2926}" vid="{DBF1F633-2586-48B7-A7E5-6478FA1D81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9D4D66-A82C-4C14-A5CE-108788051B7D}">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D147B0A-A3D1-43B0-B0BE-D6581D3609D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416ACBC-C288-4FE2-A121-1047B4270A61}">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7</Slides>
  <Notes>7</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Bjorn</vt:lpstr>
      <vt:lpstr>바이오 리듬  계산 프로그램     </vt:lpstr>
      <vt:lpstr>목차</vt:lpstr>
      <vt:lpstr>기존 코드 설명 </vt:lpstr>
      <vt:lpstr>검색 기능 개선</vt:lpstr>
      <vt:lpstr>시각적인 UI 개선</vt:lpstr>
      <vt:lpstr>프로그램 종료 방식 개선  </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2022-04-13T19:23:35Z</dcterms:created>
  <dcterms:modified xsi:type="dcterms:W3CDTF">2025-10-17T02:40:40Z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